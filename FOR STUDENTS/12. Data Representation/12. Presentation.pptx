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Inter Black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45F804-48F7-472F-85D3-2615CCB5090F}">
  <a:tblStyle styleId="{4845F804-48F7-472F-85D3-2615CCB509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schemas.openxmlformats.org/officeDocument/2006/relationships/font" Target="fonts/InterBlack-bold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font" Target="fonts/RobotoMonoSemiBold-regular.fntdata"/><Relationship Id="rId23" Type="http://schemas.openxmlformats.org/officeDocument/2006/relationships/slide" Target="slides/slide18.xml"/><Relationship Id="rId45" Type="http://schemas.openxmlformats.org/officeDocument/2006/relationships/font" Target="fonts/InterBla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SemiBold-italic.fntdata"/><Relationship Id="rId25" Type="http://schemas.openxmlformats.org/officeDocument/2006/relationships/font" Target="fonts/RobotoMono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RobotoMon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Poppins-bold.fntdata"/><Relationship Id="rId10" Type="http://schemas.openxmlformats.org/officeDocument/2006/relationships/slide" Target="slides/slide5.xml"/><Relationship Id="rId32" Type="http://schemas.openxmlformats.org/officeDocument/2006/relationships/font" Target="fonts/Poppins-regular.fntdata"/><Relationship Id="rId13" Type="http://schemas.openxmlformats.org/officeDocument/2006/relationships/slide" Target="slides/slide8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49c477d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49c477d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49c477dc2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49c477dc2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49c477dc2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49c477dc2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49c477dc2_2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49c477dc2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4f84566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4f84566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49c477dc2_2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49c477dc2_2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49c477dc2_2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49c477dc2_2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49c477dc2_2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c49c477dc2_2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c132fae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c132fa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c132fae8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cc132fae8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c132fae8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cc132fae8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4f84566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c4f84566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c132fae8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cc132fae8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cc23429c2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cc23429c2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f27f35b62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f27f35b62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f27f35b62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f27f35b62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cc23429c2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cc23429c2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C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21" Type="http://schemas.openxmlformats.org/officeDocument/2006/relationships/image" Target="../media/image22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19" Type="http://schemas.openxmlformats.org/officeDocument/2006/relationships/image" Target="../media/image1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9.png"/><Relationship Id="rId22" Type="http://schemas.openxmlformats.org/officeDocument/2006/relationships/image" Target="../media/image21.png"/><Relationship Id="rId10" Type="http://schemas.openxmlformats.org/officeDocument/2006/relationships/image" Target="../media/image1.png"/><Relationship Id="rId21" Type="http://schemas.openxmlformats.org/officeDocument/2006/relationships/image" Target="../media/image24.png"/><Relationship Id="rId13" Type="http://schemas.openxmlformats.org/officeDocument/2006/relationships/image" Target="../media/image14.png"/><Relationship Id="rId24" Type="http://schemas.openxmlformats.org/officeDocument/2006/relationships/image" Target="../media/image27.png"/><Relationship Id="rId12" Type="http://schemas.openxmlformats.org/officeDocument/2006/relationships/image" Target="../media/image8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19" Type="http://schemas.openxmlformats.org/officeDocument/2006/relationships/image" Target="../media/image20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7" Type="http://schemas.openxmlformats.org/officeDocument/2006/relationships/image" Target="../media/image26.png"/><Relationship Id="rId16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2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png"/><Relationship Id="rId11" Type="http://schemas.openxmlformats.org/officeDocument/2006/relationships/image" Target="../media/image9.png"/><Relationship Id="rId22" Type="http://schemas.openxmlformats.org/officeDocument/2006/relationships/image" Target="../media/image35.png"/><Relationship Id="rId10" Type="http://schemas.openxmlformats.org/officeDocument/2006/relationships/image" Target="../media/image1.png"/><Relationship Id="rId21" Type="http://schemas.openxmlformats.org/officeDocument/2006/relationships/image" Target="../media/image32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19" Type="http://schemas.openxmlformats.org/officeDocument/2006/relationships/image" Target="../media/image30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4.png"/><Relationship Id="rId16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18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hyperlink" Target="http://tinyurl.com/bbb-term1-feedback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hyperlink" Target="http://tinyurl.com/bbb-term2-register" TargetMode="Externa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3.png"/><Relationship Id="rId22" Type="http://schemas.openxmlformats.org/officeDocument/2006/relationships/image" Target="../media/image14.png"/><Relationship Id="rId10" Type="http://schemas.openxmlformats.org/officeDocument/2006/relationships/image" Target="../media/image11.png"/><Relationship Id="rId21" Type="http://schemas.openxmlformats.org/officeDocument/2006/relationships/image" Target="../media/image25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3.png"/><Relationship Id="rId19" Type="http://schemas.openxmlformats.org/officeDocument/2006/relationships/image" Target="../media/image5.png"/><Relationship Id="rId6" Type="http://schemas.openxmlformats.org/officeDocument/2006/relationships/image" Target="../media/image8.png"/><Relationship Id="rId18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 rot="1800133">
            <a:off x="3424679" y="1424512"/>
            <a:ext cx="2295185" cy="2295185"/>
            <a:chOff x="2923050" y="922800"/>
            <a:chExt cx="3297900" cy="3297900"/>
          </a:xfrm>
        </p:grpSpPr>
        <p:sp>
          <p:nvSpPr>
            <p:cNvPr id="56" name="Google Shape;56;p1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9" name="Google Shape;59;p13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082400" y="2092800"/>
            <a:ext cx="6979200" cy="957900"/>
          </a:xfrm>
          <a:prstGeom prst="rect">
            <a:avLst/>
          </a:prstGeom>
          <a:noFill/>
          <a:ln>
            <a:noFill/>
          </a:ln>
          <a:effectLst>
            <a:outerShdw rotWithShape="0" algn="bl" dir="2340000" dist="19050">
              <a:schemeClr val="lt1">
                <a:alpha val="50000"/>
              </a:schemeClr>
            </a:outerShdw>
          </a:effectLst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Representation</a:t>
            </a:r>
            <a:endParaRPr sz="4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1" name="Google Shape;61;p13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2" name="Google Shape;62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13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5" name="Google Shape;65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7" name="Google Shape;67;p13"/>
          <p:cNvCxnSpPr/>
          <p:nvPr/>
        </p:nvCxnSpPr>
        <p:spPr>
          <a:xfrm>
            <a:off x="282029" y="58359"/>
            <a:ext cx="0" cy="216503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 rot="-5400000">
            <a:off x="67816" y="272595"/>
            <a:ext cx="211921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13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70" name="Google Shape;70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2" name="Google Shape;72;p13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/>
          <p:nvPr/>
        </p:nvSpPr>
        <p:spPr>
          <a:xfrm>
            <a:off x="7772304" y="2095280"/>
            <a:ext cx="286516" cy="286516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77" name="Google Shape;77;p13"/>
          <p:cNvSpPr txBox="1"/>
          <p:nvPr/>
        </p:nvSpPr>
        <p:spPr>
          <a:xfrm>
            <a:off x="7540244" y="1862360"/>
            <a:ext cx="311074" cy="547761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661465" y="2257698"/>
            <a:ext cx="139877" cy="136317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79" name="Google Shape;79;p13"/>
          <p:cNvSpPr/>
          <p:nvPr/>
        </p:nvSpPr>
        <p:spPr>
          <a:xfrm>
            <a:off x="1082406" y="2759380"/>
            <a:ext cx="286516" cy="286516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80" name="Google Shape;80;p13"/>
          <p:cNvSpPr txBox="1"/>
          <p:nvPr/>
        </p:nvSpPr>
        <p:spPr>
          <a:xfrm>
            <a:off x="1304114" y="2673781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278859" y="3045895"/>
            <a:ext cx="139877" cy="136317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82" name="Google Shape;82;p13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3" name="Google Shape;83;p13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5" name="Google Shape;85;p13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3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" name="Google Shape;89;p13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 rot="5400000">
            <a:off x="343014" y="1711734"/>
            <a:ext cx="311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1" name="Google Shape;91;p13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3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3"/>
          <p:cNvSpPr txBox="1"/>
          <p:nvPr/>
        </p:nvSpPr>
        <p:spPr>
          <a:xfrm>
            <a:off x="178050" y="4150675"/>
            <a:ext cx="5094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7" name="Google Shape;97;p13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01" name="Google Shape;101;p13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SO 1600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3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CPU 006% AMD RYZEN 9 7845HX          GPU 001% 4.8GB NVDIA RTX 4060 LAPTOP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13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21" name="Google Shape;121;p14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23" name="Google Shape;123;p14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4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4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2" name="Google Shape;132;p14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36" name="Google Shape;136;p14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9" name="Google Shape;139;p14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14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4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54" name="Google Shape;154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6" name="Google Shape;156;p14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57" name="Google Shape;157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9" name="Google Shape;159;p14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4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1" name="Google Shape;161;p14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62" name="Google Shape;162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4" name="Google Shape;164;p14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4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But first… a magic trick 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167" name="Google Shape;167;p14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14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14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14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14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14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14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4"/>
          <p:cNvSpPr txBox="1"/>
          <p:nvPr/>
        </p:nvSpPr>
        <p:spPr>
          <a:xfrm>
            <a:off x="6653575" y="3009075"/>
            <a:ext cx="15993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Which cards do you see your number in?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binary?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81" name="Google Shape;181;p15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82" name="Google Shape;182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4" name="Google Shape;184;p15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85" name="Google Shape;185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87" name="Google Shape;187;p15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5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9" name="Google Shape;189;p15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90" name="Google Shape;190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92" name="Google Shape;192;p15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5"/>
          <p:cNvSpPr txBox="1"/>
          <p:nvPr/>
        </p:nvSpPr>
        <p:spPr>
          <a:xfrm>
            <a:off x="519775" y="910775"/>
            <a:ext cx="477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Binary is how computers store data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It’s only made up of ones and zeros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402625" y="141795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7" name="Google Shape;197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214" name="Google Shape;214;p15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15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218" name="Google Shape;218;p15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15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221" name="Google Shape;221;p15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4" name="Google Shape;224;p15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225" name="Google Shape;225;p15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226" name="Google Shape;226;p15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9" name="Google Shape;229;p15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230" name="Google Shape;230;p15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15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2" name="Google Shape;232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42" name="Google Shape;242;p16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243" name="Google Shape;243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" name="Google Shape;245;p16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246" name="Google Shape;246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48" name="Google Shape;248;p16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6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0" name="Google Shape;250;p16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251" name="Google Shape;251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3" name="Google Shape;253;p16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6"/>
          <p:cNvSpPr txBox="1"/>
          <p:nvPr/>
        </p:nvSpPr>
        <p:spPr>
          <a:xfrm>
            <a:off x="519775" y="910775"/>
            <a:ext cx="5573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Take our normal counting system (a.k.a decimal) for example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7" name="Google Shape;257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6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274" name="Google Shape;274;p16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275" name="Google Shape;275;p16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6" name="Google Shape;276;p16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6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278" name="Google Shape;278;p16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6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16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281" name="Google Shape;281;p1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4" name="Google Shape;284;p1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285" name="Google Shape;285;p16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286" name="Google Shape;286;p1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290" name="Google Shape;290;p16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16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2" name="Google Shape;292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818825" y="158390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167</a:t>
            </a:r>
            <a:endParaRPr b="1" sz="4800">
              <a:solidFill>
                <a:srgbClr val="00389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7" name="Google Shape;297;p16"/>
          <p:cNvCxnSpPr/>
          <p:nvPr/>
        </p:nvCxnSpPr>
        <p:spPr>
          <a:xfrm>
            <a:off x="1786300" y="2218163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8" name="Google Shape;298;p1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11200" y="2507288"/>
            <a:ext cx="1315991" cy="22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16"/>
          <p:cNvCxnSpPr/>
          <p:nvPr/>
        </p:nvCxnSpPr>
        <p:spPr>
          <a:xfrm>
            <a:off x="1530900" y="2339775"/>
            <a:ext cx="1680300" cy="6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0" name="Google Shape;300;p1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211200" y="2879213"/>
            <a:ext cx="1415520" cy="22117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301" name="Google Shape;301;p16"/>
          <p:cNvCxnSpPr/>
          <p:nvPr/>
        </p:nvCxnSpPr>
        <p:spPr>
          <a:xfrm>
            <a:off x="1089600" y="2321725"/>
            <a:ext cx="2121600" cy="10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2" name="Google Shape;302;p1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211200" y="3251138"/>
            <a:ext cx="1515049" cy="22117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09" name="Google Shape;309;p17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310" name="Google Shape;310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2" name="Google Shape;312;p17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313" name="Google Shape;313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15" name="Google Shape;315;p17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17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7" name="Google Shape;317;p17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318" name="Google Shape;318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20" name="Google Shape;320;p17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17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17"/>
          <p:cNvSpPr txBox="1"/>
          <p:nvPr/>
        </p:nvSpPr>
        <p:spPr>
          <a:xfrm>
            <a:off x="519775" y="910775"/>
            <a:ext cx="5573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Binary instead uses powers of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Read from right to left, with each power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4" name="Google Shape;324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7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7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692824" y="39629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7"/>
          <p:cNvSpPr txBox="1"/>
          <p:nvPr/>
        </p:nvSpPr>
        <p:spPr>
          <a:xfrm>
            <a:off x="7078550" y="442965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341" name="Google Shape;341;p17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342" name="Google Shape;342;p17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3" name="Google Shape;343;p17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7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345" name="Google Shape;345;p17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7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7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348" name="Google Shape;348;p1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51" name="Google Shape;351;p1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352" name="Google Shape;352;p17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353" name="Google Shape;353;p1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6" name="Google Shape;356;p1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357" name="Google Shape;357;p17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17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59" name="Google Shape;359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7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812400" y="187615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1010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64" name="Google Shape;364;p17"/>
          <p:cNvCxnSpPr/>
          <p:nvPr/>
        </p:nvCxnSpPr>
        <p:spPr>
          <a:xfrm>
            <a:off x="2388225" y="2355275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17"/>
          <p:cNvCxnSpPr/>
          <p:nvPr/>
        </p:nvCxnSpPr>
        <p:spPr>
          <a:xfrm>
            <a:off x="1915150" y="2564150"/>
            <a:ext cx="18609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17"/>
          <p:cNvCxnSpPr>
            <a:endCxn id="367" idx="1"/>
          </p:cNvCxnSpPr>
          <p:nvPr/>
        </p:nvCxnSpPr>
        <p:spPr>
          <a:xfrm>
            <a:off x="1480120" y="2564216"/>
            <a:ext cx="2300700" cy="7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17"/>
          <p:cNvSpPr txBox="1"/>
          <p:nvPr/>
        </p:nvSpPr>
        <p:spPr>
          <a:xfrm>
            <a:off x="402613" y="11034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69" name="Google Shape;369;p1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80825" y="2622275"/>
            <a:ext cx="1222031" cy="2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780820" y="2935300"/>
            <a:ext cx="1222025" cy="22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780820" y="3248325"/>
            <a:ext cx="1222025" cy="221181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371" name="Google Shape;371;p17"/>
          <p:cNvCxnSpPr/>
          <p:nvPr/>
        </p:nvCxnSpPr>
        <p:spPr>
          <a:xfrm>
            <a:off x="1123795" y="2564216"/>
            <a:ext cx="2671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2" name="Google Shape;372;p1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789524" y="3561350"/>
            <a:ext cx="1177100" cy="213051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373" name="Google Shape;373;p17" title="stars4.png"/>
          <p:cNvPicPr preferRelativeResize="0"/>
          <p:nvPr/>
        </p:nvPicPr>
        <p:blipFill rotWithShape="1">
          <a:blip r:embed="rId23">
            <a:alphaModFix/>
          </a:blip>
          <a:srcRect b="0" l="0" r="48597" t="0"/>
          <a:stretch/>
        </p:blipFill>
        <p:spPr>
          <a:xfrm>
            <a:off x="6229399" y="4558288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484675" y="4768400"/>
            <a:ext cx="233947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 title="stars4.png"/>
          <p:cNvPicPr preferRelativeResize="0"/>
          <p:nvPr/>
        </p:nvPicPr>
        <p:blipFill rotWithShape="1">
          <a:blip r:embed="rId24">
            <a:alphaModFix/>
          </a:blip>
          <a:srcRect b="0" l="0" r="48597" t="0"/>
          <a:stretch/>
        </p:blipFill>
        <p:spPr>
          <a:xfrm>
            <a:off x="6647688" y="4551650"/>
            <a:ext cx="434124" cy="4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82" name="Google Shape;382;p18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383" name="Google Shape;383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" name="Google Shape;385;p18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386" name="Google Shape;386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88" name="Google Shape;388;p18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18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0" name="Google Shape;390;p18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391" name="Google Shape;391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93" name="Google Shape;393;p18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18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" name="Google Shape;395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8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8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8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8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8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8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8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692824" y="39629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8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8"/>
          <p:cNvSpPr txBox="1"/>
          <p:nvPr/>
        </p:nvSpPr>
        <p:spPr>
          <a:xfrm>
            <a:off x="7078550" y="442965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12" name="Google Shape;412;p18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413" name="Google Shape;413;p18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4" name="Google Shape;414;p18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18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812400" y="187615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111010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17" name="Google Shape;417;p18"/>
          <p:cNvCxnSpPr/>
          <p:nvPr/>
        </p:nvCxnSpPr>
        <p:spPr>
          <a:xfrm>
            <a:off x="3186075" y="23945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18"/>
          <p:cNvCxnSpPr/>
          <p:nvPr/>
        </p:nvCxnSpPr>
        <p:spPr>
          <a:xfrm>
            <a:off x="2713000" y="2603425"/>
            <a:ext cx="18609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18"/>
          <p:cNvCxnSpPr>
            <a:endCxn id="420" idx="1"/>
          </p:cNvCxnSpPr>
          <p:nvPr/>
        </p:nvCxnSpPr>
        <p:spPr>
          <a:xfrm>
            <a:off x="2277972" y="2603488"/>
            <a:ext cx="2300700" cy="7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1" name="Google Shape;421;p18"/>
          <p:cNvPicPr preferRelativeResize="0"/>
          <p:nvPr/>
        </p:nvPicPr>
        <p:blipFill rotWithShape="1">
          <a:blip r:embed="rId14">
            <a:alphaModFix/>
          </a:blip>
          <a:srcRect b="11465" l="0" r="-2365" t="0"/>
          <a:stretch/>
        </p:blipFill>
        <p:spPr>
          <a:xfrm>
            <a:off x="4586121" y="2661550"/>
            <a:ext cx="1250900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8"/>
          <p:cNvPicPr preferRelativeResize="0"/>
          <p:nvPr/>
        </p:nvPicPr>
        <p:blipFill rotWithShape="1">
          <a:blip r:embed="rId15">
            <a:alphaModFix/>
          </a:blip>
          <a:srcRect b="0" l="0" r="46553" t="0"/>
          <a:stretch/>
        </p:blipFill>
        <p:spPr>
          <a:xfrm>
            <a:off x="4578673" y="2974575"/>
            <a:ext cx="653150" cy="22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18"/>
          <p:cNvCxnSpPr/>
          <p:nvPr/>
        </p:nvCxnSpPr>
        <p:spPr>
          <a:xfrm>
            <a:off x="1921645" y="2603491"/>
            <a:ext cx="2671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" name="Google Shape;424;p18"/>
          <p:cNvPicPr preferRelativeResize="0"/>
          <p:nvPr/>
        </p:nvPicPr>
        <p:blipFill rotWithShape="1">
          <a:blip r:embed="rId16">
            <a:alphaModFix/>
          </a:blip>
          <a:srcRect b="0" l="0" r="44512" t="0"/>
          <a:stretch/>
        </p:blipFill>
        <p:spPr>
          <a:xfrm>
            <a:off x="4587374" y="3600625"/>
            <a:ext cx="653150" cy="21305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425" name="Google Shape;425;p18" title="stars4.png"/>
          <p:cNvPicPr preferRelativeResize="0"/>
          <p:nvPr/>
        </p:nvPicPr>
        <p:blipFill rotWithShape="1">
          <a:blip r:embed="rId17">
            <a:alphaModFix/>
          </a:blip>
          <a:srcRect b="0" l="0" r="48597" t="0"/>
          <a:stretch/>
        </p:blipFill>
        <p:spPr>
          <a:xfrm>
            <a:off x="6229399" y="4558288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484675" y="4768400"/>
            <a:ext cx="233947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8" title="stars4.png"/>
          <p:cNvPicPr preferRelativeResize="0"/>
          <p:nvPr/>
        </p:nvPicPr>
        <p:blipFill rotWithShape="1">
          <a:blip r:embed="rId18">
            <a:alphaModFix/>
          </a:blip>
          <a:srcRect b="0" l="0" r="48597" t="0"/>
          <a:stretch/>
        </p:blipFill>
        <p:spPr>
          <a:xfrm>
            <a:off x="6647688" y="4551650"/>
            <a:ext cx="434124" cy="40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18"/>
          <p:cNvCxnSpPr/>
          <p:nvPr/>
        </p:nvCxnSpPr>
        <p:spPr>
          <a:xfrm>
            <a:off x="1480170" y="2625753"/>
            <a:ext cx="3092700" cy="140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18"/>
          <p:cNvCxnSpPr/>
          <p:nvPr/>
        </p:nvCxnSpPr>
        <p:spPr>
          <a:xfrm>
            <a:off x="1115670" y="2622178"/>
            <a:ext cx="3356400" cy="19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" name="Google Shape;435;p19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436" name="Google Shape;436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8" name="Google Shape;438;p19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439" name="Google Shape;439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41" name="Google Shape;441;p19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19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3" name="Google Shape;443;p19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444" name="Google Shape;444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46" name="Google Shape;446;p19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9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1" name="Google Shape;451;p19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3" name="Google Shape;453;p19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9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19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19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7" name="Google Shape;457;p19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9"/>
          <p:cNvSpPr txBox="1"/>
          <p:nvPr/>
        </p:nvSpPr>
        <p:spPr>
          <a:xfrm rot="5400000">
            <a:off x="342264" y="1710984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9" name="Google Shape;459;p19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9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9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9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19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19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5" name="Google Shape;465;p19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9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9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469" name="Google Shape;469;p19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9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2" name="Google Shape;472;p19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9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9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9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9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9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8" name="Google Shape;478;p19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479" name="Google Shape;479;p19"/>
          <p:cNvSpPr txBox="1"/>
          <p:nvPr/>
        </p:nvSpPr>
        <p:spPr>
          <a:xfrm>
            <a:off x="1082400" y="671981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Let’s try!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80" name="Google Shape;480;p19"/>
          <p:cNvGraphicFramePr/>
          <p:nvPr/>
        </p:nvGraphicFramePr>
        <p:xfrm>
          <a:off x="2159000" y="13019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86;p20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0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91" name="Google Shape;491;p20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0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93" name="Google Shape;493;p20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0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0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0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0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0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0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20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20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02" name="Google Shape;502;p20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0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0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0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506" name="Google Shape;506;p20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0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20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9" name="Google Shape;509;p20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0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0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0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0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0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5" name="Google Shape;515;p20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516" name="Google Shape;516;p20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3" name="Google Shape;523;p20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524" name="Google Shape;524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6" name="Google Shape;526;p20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527" name="Google Shape;527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29" name="Google Shape;529;p20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0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1" name="Google Shape;531;p20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532" name="Google Shape;532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34" name="Google Shape;534;p20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0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20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secret behind the trick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537" name="Google Shape;537;p20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8" name="Google Shape;538;p20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9" name="Google Shape;539;p20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0" name="Google Shape;540;p20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1" name="Google Shape;541;p20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2" name="Google Shape;542;p20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3" name="Google Shape;543;p20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4" name="Google Shape;544;p20"/>
          <p:cNvSpPr txBox="1"/>
          <p:nvPr/>
        </p:nvSpPr>
        <p:spPr>
          <a:xfrm>
            <a:off x="6673425" y="2759375"/>
            <a:ext cx="1599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Each card is a binary number!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Let’s try 67 🤣😭🙏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21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1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55" name="Google Shape;555;p21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1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57" name="Google Shape;557;p21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1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1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1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1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1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21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21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21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6" name="Google Shape;566;p21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1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1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1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570" name="Google Shape;570;p21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1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2" name="Google Shape;572;p21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3" name="Google Shape;573;p21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1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1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1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1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1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9" name="Google Shape;579;p21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580" name="Google Shape;580;p21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89D"/>
              </a:solidFill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" name="Google Shape;587;p21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588" name="Google Shape;588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0" name="Google Shape;590;p21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591" name="Google Shape;591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93" name="Google Shape;593;p21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21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5" name="Google Shape;595;p21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596" name="Google Shape;596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98" name="Google Shape;598;p21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21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21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secret behind the trick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601" name="Google Shape;601;p21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2" name="Google Shape;602;p21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3" name="Google Shape;603;p21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4" name="Google Shape;604;p21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5" name="Google Shape;605;p21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6" name="Google Shape;606;p21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7" name="Google Shape;607;p21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8" name="Google Shape;608;p21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9" name="Google Shape;609;p21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21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11" name="Google Shape;611;p21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2" name="Google Shape;612;p21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13" name="Google Shape;613;p21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4" name="Google Shape;614;p21"/>
          <p:cNvSpPr txBox="1"/>
          <p:nvPr/>
        </p:nvSpPr>
        <p:spPr>
          <a:xfrm>
            <a:off x="6753225" y="2773100"/>
            <a:ext cx="14688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1000011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Decimal to binary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21" name="Google Shape;621;p22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22" name="Google Shape;622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4" name="Google Shape;624;p22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25" name="Google Shape;625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27" name="Google Shape;627;p22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22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9" name="Google Shape;629;p22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630" name="Google Shape;630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32" name="Google Shape;632;p22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22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22"/>
          <p:cNvSpPr txBox="1"/>
          <p:nvPr/>
        </p:nvSpPr>
        <p:spPr>
          <a:xfrm>
            <a:off x="519775" y="732665"/>
            <a:ext cx="5573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 by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Write down the remainder on one side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Continue dividing the result until the number is zero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Reverse the remainders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36" name="Google Shape;636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2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2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2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2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22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2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22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2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22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2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2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653" name="Google Shape;653;p22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654" name="Google Shape;654;p22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5" name="Google Shape;655;p22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2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657" name="Google Shape;657;p22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9" name="Google Shape;659;p22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660" name="Google Shape;660;p22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63" name="Google Shape;663;p22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664" name="Google Shape;664;p22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665" name="Google Shape;665;p22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68" name="Google Shape;668;p22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669" name="Google Shape;669;p22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22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1" name="Google Shape;671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2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22"/>
          <p:cNvSpPr txBox="1"/>
          <p:nvPr/>
        </p:nvSpPr>
        <p:spPr>
          <a:xfrm>
            <a:off x="402613" y="9252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6" name="Google Shape;676;p22"/>
          <p:cNvSpPr txBox="1"/>
          <p:nvPr/>
        </p:nvSpPr>
        <p:spPr>
          <a:xfrm>
            <a:off x="402613" y="12398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677" name="Google Shape;677;p22"/>
          <p:cNvGraphicFramePr/>
          <p:nvPr/>
        </p:nvGraphicFramePr>
        <p:xfrm>
          <a:off x="3684775" y="200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954950"/>
                <a:gridCol w="954950"/>
                <a:gridCol w="954950"/>
              </a:tblGrid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Decimal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Quotient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Remainder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135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135/2 = 67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67/2 = 33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33/2 = 16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16/2 = 8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8/2 = 4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4/2 = 2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2/2 = 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1/2 = 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678" name="Google Shape;678;p22"/>
          <p:cNvSpPr txBox="1"/>
          <p:nvPr/>
        </p:nvSpPr>
        <p:spPr>
          <a:xfrm>
            <a:off x="402613" y="18825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9" name="Google Shape;679;p22"/>
          <p:cNvSpPr txBox="1"/>
          <p:nvPr/>
        </p:nvSpPr>
        <p:spPr>
          <a:xfrm>
            <a:off x="759825" y="2351825"/>
            <a:ext cx="259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135 = 10000111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0" name="Google Shape;680;p22"/>
          <p:cNvSpPr txBox="1"/>
          <p:nvPr/>
        </p:nvSpPr>
        <p:spPr>
          <a:xfrm>
            <a:off x="402613" y="22283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3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6" name="Google Shape;686;p23"/>
          <p:cNvGraphicFramePr/>
          <p:nvPr/>
        </p:nvGraphicFramePr>
        <p:xfrm>
          <a:off x="818825" y="198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87" name="Google Shape;687;p23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88" name="Google Shape;688;p23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89" name="Google Shape;689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1" name="Google Shape;691;p23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92" name="Google Shape;692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3" name="Google Shape;693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94" name="Google Shape;694;p23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23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6" name="Google Shape;696;p23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697" name="Google Shape;697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99" name="Google Shape;699;p23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23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23"/>
          <p:cNvSpPr txBox="1"/>
          <p:nvPr/>
        </p:nvSpPr>
        <p:spPr>
          <a:xfrm>
            <a:off x="519775" y="732665"/>
            <a:ext cx="5573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Hexadecimal uses bases of 16 instead of 2 or 10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Used in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hex codes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and MAC addresses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23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03" name="Google Shape;703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23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23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3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3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23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3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23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23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23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23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3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720" name="Google Shape;720;p23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721" name="Google Shape;721;p23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2" name="Google Shape;722;p23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23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724" name="Google Shape;724;p23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23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6" name="Google Shape;726;p23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727" name="Google Shape;727;p2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30" name="Google Shape;730;p23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731" name="Google Shape;731;p23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732" name="Google Shape;732;p2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35" name="Google Shape;735;p23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736" name="Google Shape;736;p23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23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38" name="Google Shape;738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23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23"/>
          <p:cNvSpPr txBox="1"/>
          <p:nvPr/>
        </p:nvSpPr>
        <p:spPr>
          <a:xfrm>
            <a:off x="402613" y="12398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743" name="Google Shape;743;p23"/>
          <p:cNvGraphicFramePr/>
          <p:nvPr/>
        </p:nvGraphicFramePr>
        <p:xfrm>
          <a:off x="816863" y="263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1115500"/>
                <a:gridCol w="1115500"/>
                <a:gridCol w="1115500"/>
                <a:gridCol w="1115500"/>
                <a:gridCol w="1115500"/>
              </a:tblGrid>
              <a:tr h="30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#FF0000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#00FF00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#0000FF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#FFFFFF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#000000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44" name="Google Shape;744;p23"/>
          <p:cNvSpPr txBox="1"/>
          <p:nvPr/>
        </p:nvSpPr>
        <p:spPr>
          <a:xfrm>
            <a:off x="1344213" y="344162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#</a:t>
            </a:r>
            <a:r>
              <a:rPr lang="en" sz="2400">
                <a:solidFill>
                  <a:srgbClr val="FF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FF</a:t>
            </a:r>
            <a:r>
              <a:rPr lang="en" sz="2400">
                <a:solidFill>
                  <a:srgbClr val="00FF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EE</a:t>
            </a:r>
            <a:r>
              <a:rPr lang="en" sz="2400">
                <a:solidFill>
                  <a:srgbClr val="0000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CC</a:t>
            </a:r>
            <a:endParaRPr sz="2400">
              <a:solidFill>
                <a:srgbClr val="0000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745" name="Google Shape;745;p23"/>
          <p:cNvCxnSpPr/>
          <p:nvPr/>
        </p:nvCxnSpPr>
        <p:spPr>
          <a:xfrm>
            <a:off x="1806050" y="3860450"/>
            <a:ext cx="133800" cy="49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23"/>
          <p:cNvSpPr txBox="1"/>
          <p:nvPr/>
        </p:nvSpPr>
        <p:spPr>
          <a:xfrm>
            <a:off x="1932375" y="4355425"/>
            <a:ext cx="6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7" name="Google Shape;747;p23"/>
          <p:cNvCxnSpPr/>
          <p:nvPr/>
        </p:nvCxnSpPr>
        <p:spPr>
          <a:xfrm>
            <a:off x="2204250" y="3876675"/>
            <a:ext cx="474000" cy="474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23"/>
          <p:cNvSpPr txBox="1"/>
          <p:nvPr/>
        </p:nvSpPr>
        <p:spPr>
          <a:xfrm>
            <a:off x="2678250" y="4342125"/>
            <a:ext cx="9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Green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9" name="Google Shape;749;p23"/>
          <p:cNvCxnSpPr/>
          <p:nvPr/>
        </p:nvCxnSpPr>
        <p:spPr>
          <a:xfrm>
            <a:off x="2709875" y="3860000"/>
            <a:ext cx="1014300" cy="457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23"/>
          <p:cNvSpPr txBox="1"/>
          <p:nvPr/>
        </p:nvSpPr>
        <p:spPr>
          <a:xfrm>
            <a:off x="3714500" y="4317200"/>
            <a:ext cx="9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Blue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4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56" name="Google Shape;756;p24"/>
          <p:cNvGraphicFramePr/>
          <p:nvPr/>
        </p:nvGraphicFramePr>
        <p:xfrm>
          <a:off x="451238" y="146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57" name="Google Shape;757;p24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758" name="Google Shape;758;p24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759" name="Google Shape;759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61" name="Google Shape;761;p24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762" name="Google Shape;762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64" name="Google Shape;764;p24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24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6" name="Google Shape;766;p24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767" name="Google Shape;767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69" name="Google Shape;769;p24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24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24"/>
          <p:cNvSpPr txBox="1"/>
          <p:nvPr/>
        </p:nvSpPr>
        <p:spPr>
          <a:xfrm>
            <a:off x="519775" y="732665"/>
            <a:ext cx="5573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Start from right to left, with each power of 16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2" name="Google Shape;772;p24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73" name="Google Shape;773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24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24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24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24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24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24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24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24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24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24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4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790" name="Google Shape;790;p24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791" name="Google Shape;791;p24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2" name="Google Shape;792;p24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24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794" name="Google Shape;794;p24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24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24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797" name="Google Shape;797;p24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800" name="Google Shape;800;p24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801" name="Google Shape;801;p24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802" name="Google Shape;802;p24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05" name="Google Shape;805;p24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806" name="Google Shape;806;p24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24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08" name="Google Shape;808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4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Google Shape;812;p24"/>
          <p:cNvSpPr txBox="1"/>
          <p:nvPr/>
        </p:nvSpPr>
        <p:spPr>
          <a:xfrm>
            <a:off x="451250" y="2132425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13" name="Google Shape;813;p24"/>
          <p:cNvCxnSpPr/>
          <p:nvPr/>
        </p:nvCxnSpPr>
        <p:spPr>
          <a:xfrm>
            <a:off x="2137825" y="25641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2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592950" y="2744688"/>
            <a:ext cx="2266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592950" y="3187850"/>
            <a:ext cx="2438400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16" name="Google Shape;816;p24"/>
          <p:cNvCxnSpPr>
            <a:endCxn id="815" idx="1"/>
          </p:cNvCxnSpPr>
          <p:nvPr/>
        </p:nvCxnSpPr>
        <p:spPr>
          <a:xfrm>
            <a:off x="1517250" y="2814050"/>
            <a:ext cx="2075700" cy="5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7" name="Google Shape;817;p2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586400" y="3631000"/>
            <a:ext cx="2857500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18" name="Google Shape;818;p24"/>
          <p:cNvCxnSpPr>
            <a:endCxn id="817" idx="1"/>
          </p:cNvCxnSpPr>
          <p:nvPr/>
        </p:nvCxnSpPr>
        <p:spPr>
          <a:xfrm>
            <a:off x="1076000" y="2884300"/>
            <a:ext cx="2510400" cy="9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9" name="Google Shape;819;p2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93013" y="4051863"/>
            <a:ext cx="3038475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20" name="Google Shape;820;p24"/>
          <p:cNvCxnSpPr>
            <a:endCxn id="819" idx="1"/>
          </p:cNvCxnSpPr>
          <p:nvPr/>
        </p:nvCxnSpPr>
        <p:spPr>
          <a:xfrm>
            <a:off x="740313" y="2857563"/>
            <a:ext cx="2852700" cy="13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5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6" name="Google Shape;826;p25"/>
          <p:cNvGraphicFramePr/>
          <p:nvPr/>
        </p:nvGraphicFramePr>
        <p:xfrm>
          <a:off x="451238" y="146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27" name="Google Shape;827;p25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828" name="Google Shape;828;p25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829" name="Google Shape;829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1" name="Google Shape;831;p25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832" name="Google Shape;832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34" name="Google Shape;834;p25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25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6" name="Google Shape;836;p25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837" name="Google Shape;837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39" name="Google Shape;839;p25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25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25"/>
          <p:cNvSpPr txBox="1"/>
          <p:nvPr/>
        </p:nvSpPr>
        <p:spPr>
          <a:xfrm>
            <a:off x="519775" y="732665"/>
            <a:ext cx="5573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Start from right to left, with each power of 16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25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43" name="Google Shape;843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25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25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25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25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25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25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2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2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2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25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60" name="Google Shape;860;p25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861" name="Google Shape;861;p25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62" name="Google Shape;862;p25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25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4" name="Google Shape;864;p25"/>
          <p:cNvSpPr txBox="1"/>
          <p:nvPr/>
        </p:nvSpPr>
        <p:spPr>
          <a:xfrm>
            <a:off x="451250" y="2132425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5" name="Google Shape;865;p25"/>
          <p:cNvCxnSpPr/>
          <p:nvPr/>
        </p:nvCxnSpPr>
        <p:spPr>
          <a:xfrm>
            <a:off x="2137825" y="25641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66" name="Google Shape;866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92950" y="2744688"/>
            <a:ext cx="226695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7" name="Google Shape;867;p25"/>
          <p:cNvCxnSpPr>
            <a:endCxn id="868" idx="1"/>
          </p:cNvCxnSpPr>
          <p:nvPr/>
        </p:nvCxnSpPr>
        <p:spPr>
          <a:xfrm>
            <a:off x="1517250" y="2814050"/>
            <a:ext cx="2075700" cy="5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25"/>
          <p:cNvCxnSpPr>
            <a:endCxn id="870" idx="1"/>
          </p:cNvCxnSpPr>
          <p:nvPr/>
        </p:nvCxnSpPr>
        <p:spPr>
          <a:xfrm>
            <a:off x="1076000" y="2884300"/>
            <a:ext cx="2510400" cy="9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25"/>
          <p:cNvCxnSpPr>
            <a:endCxn id="872" idx="1"/>
          </p:cNvCxnSpPr>
          <p:nvPr/>
        </p:nvCxnSpPr>
        <p:spPr>
          <a:xfrm>
            <a:off x="740313" y="2857563"/>
            <a:ext cx="2852700" cy="13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6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6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Decimal to hexadecimal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879" name="Google Shape;879;p26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880" name="Google Shape;880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82" name="Google Shape;882;p26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883" name="Google Shape;883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85" name="Google Shape;885;p26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26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7" name="Google Shape;887;p26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888" name="Google Shape;888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90" name="Google Shape;890;p26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26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26"/>
          <p:cNvSpPr txBox="1"/>
          <p:nvPr/>
        </p:nvSpPr>
        <p:spPr>
          <a:xfrm>
            <a:off x="519775" y="732665"/>
            <a:ext cx="5573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 by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Write down the remainder on one side and the hexadecimal equivalent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Continue dividing the result until the number is zero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Reverse the remainders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p26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94" name="Google Shape;894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26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26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2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26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26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26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26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2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2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2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26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11" name="Google Shape;911;p26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912" name="Google Shape;912;p26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3" name="Google Shape;913;p26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26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915" name="Google Shape;915;p26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26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" name="Google Shape;917;p26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918" name="Google Shape;918;p2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21" name="Google Shape;921;p2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922" name="Google Shape;922;p26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923" name="Google Shape;923;p2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26" name="Google Shape;926;p2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927" name="Google Shape;927;p26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26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29" name="Google Shape;929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6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3" name="Google Shape;933;p26"/>
          <p:cNvSpPr txBox="1"/>
          <p:nvPr/>
        </p:nvSpPr>
        <p:spPr>
          <a:xfrm>
            <a:off x="402613" y="9252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4" name="Google Shape;934;p26"/>
          <p:cNvSpPr txBox="1"/>
          <p:nvPr/>
        </p:nvSpPr>
        <p:spPr>
          <a:xfrm>
            <a:off x="402613" y="15512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935" name="Google Shape;935;p26"/>
          <p:cNvGraphicFramePr/>
          <p:nvPr/>
        </p:nvGraphicFramePr>
        <p:xfrm>
          <a:off x="3139575" y="288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954950"/>
                <a:gridCol w="954950"/>
                <a:gridCol w="954950"/>
              </a:tblGrid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Decimal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Quotient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Remainder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2663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2663</a:t>
                      </a: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/16 = 166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7=7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166</a:t>
                      </a: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/16 = 10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6=6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16/16=0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10=A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936" name="Google Shape;936;p26"/>
          <p:cNvSpPr txBox="1"/>
          <p:nvPr/>
        </p:nvSpPr>
        <p:spPr>
          <a:xfrm>
            <a:off x="402613" y="18825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7" name="Google Shape;937;p26"/>
          <p:cNvSpPr txBox="1"/>
          <p:nvPr/>
        </p:nvSpPr>
        <p:spPr>
          <a:xfrm>
            <a:off x="743966" y="2666050"/>
            <a:ext cx="4460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2663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= A67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8" name="Google Shape;938;p26"/>
          <p:cNvSpPr txBox="1"/>
          <p:nvPr/>
        </p:nvSpPr>
        <p:spPr>
          <a:xfrm>
            <a:off x="402600" y="2541303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9" name="Google Shape;939;p26"/>
          <p:cNvSpPr txBox="1"/>
          <p:nvPr/>
        </p:nvSpPr>
        <p:spPr>
          <a:xfrm>
            <a:off x="402613" y="21910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7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7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binary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946" name="Google Shape;946;p27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947" name="Google Shape;947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" name="Google Shape;948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9" name="Google Shape;949;p27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950" name="Google Shape;950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1" name="Google Shape;951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52" name="Google Shape;952;p27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27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4" name="Google Shape;954;p27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955" name="Google Shape;955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6" name="Google Shape;956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57" name="Google Shape;957;p27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27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27"/>
          <p:cNvSpPr txBox="1"/>
          <p:nvPr/>
        </p:nvSpPr>
        <p:spPr>
          <a:xfrm>
            <a:off x="519775" y="910775"/>
            <a:ext cx="477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Convert each hexadecimal number to its binary equivalent and join it together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0" name="Google Shape;960;p27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61" name="Google Shape;961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27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27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2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27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27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27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27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2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2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2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27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78" name="Google Shape;978;p27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979" name="Google Shape;979;p27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0" name="Google Shape;980;p27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27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982" name="Google Shape;982;p27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27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4" name="Google Shape;984;p27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985" name="Google Shape;985;p2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88" name="Google Shape;988;p2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989" name="Google Shape;989;p27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990" name="Google Shape;990;p2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91" name="Google Shape;991;p2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92" name="Google Shape;992;p2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93" name="Google Shape;993;p2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994" name="Google Shape;994;p27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" name="Google Shape;995;p27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96" name="Google Shape;996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27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0" name="Google Shape;1000;p27"/>
          <p:cNvSpPr txBox="1"/>
          <p:nvPr/>
        </p:nvSpPr>
        <p:spPr>
          <a:xfrm>
            <a:off x="2142288" y="2440588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001" name="Google Shape;1001;p27"/>
          <p:cNvCxnSpPr/>
          <p:nvPr/>
        </p:nvCxnSpPr>
        <p:spPr>
          <a:xfrm flipH="1">
            <a:off x="1619788" y="3159963"/>
            <a:ext cx="1401900" cy="3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27"/>
          <p:cNvCxnSpPr/>
          <p:nvPr/>
        </p:nvCxnSpPr>
        <p:spPr>
          <a:xfrm flipH="1">
            <a:off x="2849338" y="3152163"/>
            <a:ext cx="663300" cy="3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27"/>
          <p:cNvCxnSpPr/>
          <p:nvPr/>
        </p:nvCxnSpPr>
        <p:spPr>
          <a:xfrm>
            <a:off x="3932638" y="3165963"/>
            <a:ext cx="64050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27"/>
          <p:cNvCxnSpPr/>
          <p:nvPr/>
        </p:nvCxnSpPr>
        <p:spPr>
          <a:xfrm>
            <a:off x="4311388" y="3149613"/>
            <a:ext cx="1447200" cy="3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05" name="Google Shape;1005;p27"/>
          <p:cNvGraphicFramePr/>
          <p:nvPr/>
        </p:nvGraphicFramePr>
        <p:xfrm>
          <a:off x="2107538" y="16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{4845F804-48F7-472F-85D3-2615CCB5090F}</a:tableStyleId>
              </a:tblPr>
              <a:tblGrid>
                <a:gridCol w="398350"/>
                <a:gridCol w="398350"/>
                <a:gridCol w="398350"/>
                <a:gridCol w="398350"/>
                <a:gridCol w="398350"/>
                <a:gridCol w="398350"/>
                <a:gridCol w="398350"/>
                <a:gridCol w="398350"/>
              </a:tblGrid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6" name="Google Shape;1006;p27"/>
          <p:cNvSpPr txBox="1"/>
          <p:nvPr/>
        </p:nvSpPr>
        <p:spPr>
          <a:xfrm>
            <a:off x="1403575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1100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7" name="Google Shape;1007;p27"/>
          <p:cNvSpPr txBox="1"/>
          <p:nvPr/>
        </p:nvSpPr>
        <p:spPr>
          <a:xfrm>
            <a:off x="2612300" y="3464538"/>
            <a:ext cx="5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1111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8" name="Google Shape;1008;p27"/>
          <p:cNvSpPr txBox="1"/>
          <p:nvPr/>
        </p:nvSpPr>
        <p:spPr>
          <a:xfrm>
            <a:off x="4317300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0001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9" name="Google Shape;1009;p27"/>
          <p:cNvSpPr txBox="1"/>
          <p:nvPr/>
        </p:nvSpPr>
        <p:spPr>
          <a:xfrm>
            <a:off x="5506400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0101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010" name="Google Shape;1010;p27"/>
          <p:cNvCxnSpPr/>
          <p:nvPr/>
        </p:nvCxnSpPr>
        <p:spPr>
          <a:xfrm flipH="1" rot="10800000">
            <a:off x="4400750" y="3721863"/>
            <a:ext cx="1401900" cy="3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27"/>
          <p:cNvCxnSpPr/>
          <p:nvPr/>
        </p:nvCxnSpPr>
        <p:spPr>
          <a:xfrm flipH="1" rot="10800000">
            <a:off x="3909800" y="3722463"/>
            <a:ext cx="663300" cy="3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27"/>
          <p:cNvCxnSpPr/>
          <p:nvPr/>
        </p:nvCxnSpPr>
        <p:spPr>
          <a:xfrm rot="10800000">
            <a:off x="2849300" y="3721563"/>
            <a:ext cx="64050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27"/>
          <p:cNvCxnSpPr/>
          <p:nvPr/>
        </p:nvCxnSpPr>
        <p:spPr>
          <a:xfrm rot="10800000">
            <a:off x="1663850" y="3719913"/>
            <a:ext cx="1447200" cy="3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27"/>
          <p:cNvSpPr txBox="1"/>
          <p:nvPr/>
        </p:nvSpPr>
        <p:spPr>
          <a:xfrm>
            <a:off x="2142300" y="4096563"/>
            <a:ext cx="311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1100111100010101</a:t>
            </a:r>
            <a:endParaRPr b="1" sz="24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28" title="bbb-term1-feedback-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700" y="519113"/>
            <a:ext cx="4105275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28"/>
          <p:cNvSpPr txBox="1"/>
          <p:nvPr/>
        </p:nvSpPr>
        <p:spPr>
          <a:xfrm>
            <a:off x="663675" y="1249925"/>
            <a:ext cx="29865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BbB Term 1 Feedback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Please help us complete this form!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will issue certificates through the email provided in this form.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Link: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tinyurl.com/bbb-term1-feedback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p29" title="bbb-term2-register-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425" y="519113"/>
            <a:ext cx="4105275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29"/>
          <p:cNvSpPr txBox="1"/>
          <p:nvPr/>
        </p:nvSpPr>
        <p:spPr>
          <a:xfrm>
            <a:off x="508825" y="752175"/>
            <a:ext cx="3274200" cy="3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Sign ups for term 2 are open!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you know </a:t>
            </a:r>
            <a:r>
              <a:rPr lang="en" sz="1800">
                <a:solidFill>
                  <a:schemeClr val="dk2"/>
                </a:solidFill>
              </a:rPr>
              <a:t>friends</a:t>
            </a:r>
            <a:r>
              <a:rPr lang="en" sz="1800">
                <a:solidFill>
                  <a:schemeClr val="dk2"/>
                </a:solidFill>
              </a:rPr>
              <a:t> who’d benefit from this programme, do send them the link!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Link: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tinyurl.com/bbb-term2-register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[Intermediate -&gt; Advanced in term 3 (Nov)]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0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2" name="Google Shape;1032;p30"/>
          <p:cNvGrpSpPr/>
          <p:nvPr/>
        </p:nvGrpSpPr>
        <p:grpSpPr>
          <a:xfrm rot="-1558657">
            <a:off x="2615478" y="615530"/>
            <a:ext cx="3912877" cy="3912877"/>
            <a:chOff x="2923050" y="922800"/>
            <a:chExt cx="3297900" cy="3297900"/>
          </a:xfrm>
        </p:grpSpPr>
        <p:sp>
          <p:nvSpPr>
            <p:cNvPr id="1033" name="Google Shape;1033;p30"/>
            <p:cNvSpPr/>
            <p:nvPr/>
          </p:nvSpPr>
          <p:spPr>
            <a:xfrm>
              <a:off x="3420838" y="1420583"/>
              <a:ext cx="2302200" cy="23022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36" name="Google Shape;1036;p30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</p:grpSp>
      <p:grpSp>
        <p:nvGrpSpPr>
          <p:cNvPr id="1037" name="Google Shape;1037;p30"/>
          <p:cNvGrpSpPr/>
          <p:nvPr/>
        </p:nvGrpSpPr>
        <p:grpSpPr>
          <a:xfrm rot="1800133">
            <a:off x="3424679" y="1424512"/>
            <a:ext cx="2295185" cy="2295185"/>
            <a:chOff x="2923050" y="922800"/>
            <a:chExt cx="3297900" cy="3297900"/>
          </a:xfrm>
        </p:grpSpPr>
        <p:sp>
          <p:nvSpPr>
            <p:cNvPr id="1038" name="Google Shape;1038;p30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41" name="Google Shape;1041;p30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</p:grpSp>
      <p:sp>
        <p:nvSpPr>
          <p:cNvPr id="1042" name="Google Shape;1042;p30"/>
          <p:cNvSpPr txBox="1"/>
          <p:nvPr/>
        </p:nvSpPr>
        <p:spPr>
          <a:xfrm>
            <a:off x="1082400" y="2092800"/>
            <a:ext cx="6979200" cy="957900"/>
          </a:xfrm>
          <a:prstGeom prst="rect">
            <a:avLst/>
          </a:prstGeom>
          <a:noFill/>
          <a:ln>
            <a:noFill/>
          </a:ln>
          <a:effectLst>
            <a:outerShdw rotWithShape="0" algn="bl" dir="2340000" dist="19050">
              <a:schemeClr val="lt1">
                <a:alpha val="50000"/>
              </a:schemeClr>
            </a:outerShdw>
          </a:effectLst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you!</a:t>
            </a:r>
            <a:endParaRPr sz="4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043" name="Google Shape;1043;p30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044" name="Google Shape;1044;p3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3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6" name="Google Shape;1046;p30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047" name="Google Shape;1047;p3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3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49" name="Google Shape;1049;p30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30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1" name="Google Shape;1051;p30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052" name="Google Shape;1052;p3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3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54" name="Google Shape;1054;p30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3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3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3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30"/>
          <p:cNvSpPr/>
          <p:nvPr/>
        </p:nvSpPr>
        <p:spPr>
          <a:xfrm>
            <a:off x="6424429" y="2166405"/>
            <a:ext cx="286500" cy="286500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59" name="Google Shape;1059;p30"/>
          <p:cNvSpPr txBox="1"/>
          <p:nvPr/>
        </p:nvSpPr>
        <p:spPr>
          <a:xfrm>
            <a:off x="6192369" y="1933485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060" name="Google Shape;1060;p30"/>
          <p:cNvSpPr/>
          <p:nvPr/>
        </p:nvSpPr>
        <p:spPr>
          <a:xfrm>
            <a:off x="6313590" y="2328823"/>
            <a:ext cx="139800" cy="136200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61" name="Google Shape;1061;p30"/>
          <p:cNvSpPr/>
          <p:nvPr/>
        </p:nvSpPr>
        <p:spPr>
          <a:xfrm>
            <a:off x="2475431" y="2732405"/>
            <a:ext cx="286500" cy="286500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62" name="Google Shape;1062;p30"/>
          <p:cNvSpPr txBox="1"/>
          <p:nvPr/>
        </p:nvSpPr>
        <p:spPr>
          <a:xfrm>
            <a:off x="2697139" y="2646806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063" name="Google Shape;1063;p30"/>
          <p:cNvSpPr/>
          <p:nvPr/>
        </p:nvSpPr>
        <p:spPr>
          <a:xfrm>
            <a:off x="2671884" y="3018920"/>
            <a:ext cx="139800" cy="136200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64" name="Google Shape;1064;p30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065" name="Google Shape;1065;p30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30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067" name="Google Shape;1067;p30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30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9" name="Google Shape;1069;p30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30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71" name="Google Shape;1071;p30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30"/>
          <p:cNvSpPr txBox="1"/>
          <p:nvPr/>
        </p:nvSpPr>
        <p:spPr>
          <a:xfrm rot="5400000">
            <a:off x="342264" y="1710984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073" name="Google Shape;1073;p30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30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30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30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7" name="Google Shape;1077;p30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30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79" name="Google Shape;1079;p30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30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30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30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083" name="Google Shape;1083;p30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30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5" name="Google Shape;1085;p30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6" name="Google Shape;1086;p30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30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30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30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30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30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2" name="Google Shape;1092;p30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