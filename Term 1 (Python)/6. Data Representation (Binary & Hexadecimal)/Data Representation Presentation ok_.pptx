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Mono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Poppins"/>
      <p:regular r:id="rId30"/>
      <p:bold r:id="rId31"/>
      <p:italic r:id="rId32"/>
      <p:boldItalic r:id="rId33"/>
    </p:embeddedFont>
    <p:embeddedFont>
      <p:font typeface="Poppins SemiBold"/>
      <p:regular r:id="rId34"/>
      <p:bold r:id="rId35"/>
      <p:italic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  <p:embeddedFont>
      <p:font typeface="Inter Black"/>
      <p:bold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F8E7B3-EF47-45CA-980A-AAA5EB33F979}">
  <a:tblStyle styleId="{1FF8E7B3-EF47-45CA-980A-AAA5EB33F9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5.xml"/><Relationship Id="rId42" Type="http://schemas.openxmlformats.org/officeDocument/2006/relationships/font" Target="fonts/InterBlack-bold.fntdata"/><Relationship Id="rId41" Type="http://schemas.openxmlformats.org/officeDocument/2006/relationships/font" Target="fonts/RobotoMono-boldItalic.fntdata"/><Relationship Id="rId22" Type="http://schemas.openxmlformats.org/officeDocument/2006/relationships/font" Target="fonts/RobotoMonoSemiBold-regular.fntdata"/><Relationship Id="rId21" Type="http://schemas.openxmlformats.org/officeDocument/2006/relationships/slide" Target="slides/slide16.xml"/><Relationship Id="rId43" Type="http://schemas.openxmlformats.org/officeDocument/2006/relationships/font" Target="fonts/InterBlack-boldItalic.fntdata"/><Relationship Id="rId24" Type="http://schemas.openxmlformats.org/officeDocument/2006/relationships/font" Target="fonts/RobotoMonoSemiBold-italic.fntdata"/><Relationship Id="rId23" Type="http://schemas.openxmlformats.org/officeDocument/2006/relationships/font" Target="fonts/RobotoMono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RobotoMono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11" Type="http://schemas.openxmlformats.org/officeDocument/2006/relationships/slide" Target="slides/slide6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-italic.fntdata"/><Relationship Id="rId13" Type="http://schemas.openxmlformats.org/officeDocument/2006/relationships/slide" Target="slides/slide8.xml"/><Relationship Id="rId35" Type="http://schemas.openxmlformats.org/officeDocument/2006/relationships/font" Target="fonts/PoppinsSemiBold-bold.fntdata"/><Relationship Id="rId12" Type="http://schemas.openxmlformats.org/officeDocument/2006/relationships/slide" Target="slides/slide7.xml"/><Relationship Id="rId34" Type="http://schemas.openxmlformats.org/officeDocument/2006/relationships/font" Target="fonts/PoppinsSemiBold-regular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boldItalic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italic.fntdata"/><Relationship Id="rId17" Type="http://schemas.openxmlformats.org/officeDocument/2006/relationships/slide" Target="slides/slide12.xml"/><Relationship Id="rId39" Type="http://schemas.openxmlformats.org/officeDocument/2006/relationships/font" Target="fonts/RobotoMono-bold.fntdata"/><Relationship Id="rId16" Type="http://schemas.openxmlformats.org/officeDocument/2006/relationships/slide" Target="slides/slide11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49c477dc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49c477dc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49c477dc2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49c477dc2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49c477dc2_2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49c477dc2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49c477dc2_2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c49c477dc2_2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c4f84566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c4f84566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c49c477dc2_2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c49c477dc2_2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c49c477dc2_2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c49c477dc2_2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c49c477dc2_2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c49c477dc2_2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cc132fae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cc132fae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cc132fae8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cc132fae8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cc132fae83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cc132fae8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c4f845666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c4f845666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cc132fae83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3cc132fae83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cc23429c2f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3cc23429c2f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cc23429c2f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cc23429c2f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FCF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8.png"/><Relationship Id="rId11" Type="http://schemas.openxmlformats.org/officeDocument/2006/relationships/image" Target="../media/image14.png"/><Relationship Id="rId22" Type="http://schemas.openxmlformats.org/officeDocument/2006/relationships/image" Target="../media/image16.png"/><Relationship Id="rId10" Type="http://schemas.openxmlformats.org/officeDocument/2006/relationships/image" Target="../media/image8.png"/><Relationship Id="rId21" Type="http://schemas.openxmlformats.org/officeDocument/2006/relationships/image" Target="../media/image29.png"/><Relationship Id="rId13" Type="http://schemas.openxmlformats.org/officeDocument/2006/relationships/image" Target="../media/image17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5" Type="http://schemas.openxmlformats.org/officeDocument/2006/relationships/image" Target="../media/image12.png"/><Relationship Id="rId14" Type="http://schemas.openxmlformats.org/officeDocument/2006/relationships/image" Target="../media/image19.png"/><Relationship Id="rId17" Type="http://schemas.openxmlformats.org/officeDocument/2006/relationships/image" Target="../media/image11.png"/><Relationship Id="rId16" Type="http://schemas.openxmlformats.org/officeDocument/2006/relationships/image" Target="../media/image7.png"/><Relationship Id="rId5" Type="http://schemas.openxmlformats.org/officeDocument/2006/relationships/image" Target="../media/image15.png"/><Relationship Id="rId19" Type="http://schemas.openxmlformats.org/officeDocument/2006/relationships/image" Target="../media/image6.png"/><Relationship Id="rId6" Type="http://schemas.openxmlformats.org/officeDocument/2006/relationships/image" Target="../media/image1.png"/><Relationship Id="rId18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8.png"/><Relationship Id="rId11" Type="http://schemas.openxmlformats.org/officeDocument/2006/relationships/image" Target="../media/image14.png"/><Relationship Id="rId22" Type="http://schemas.openxmlformats.org/officeDocument/2006/relationships/image" Target="../media/image16.png"/><Relationship Id="rId10" Type="http://schemas.openxmlformats.org/officeDocument/2006/relationships/image" Target="../media/image8.png"/><Relationship Id="rId21" Type="http://schemas.openxmlformats.org/officeDocument/2006/relationships/image" Target="../media/image29.png"/><Relationship Id="rId13" Type="http://schemas.openxmlformats.org/officeDocument/2006/relationships/image" Target="../media/image17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5" Type="http://schemas.openxmlformats.org/officeDocument/2006/relationships/image" Target="../media/image12.png"/><Relationship Id="rId14" Type="http://schemas.openxmlformats.org/officeDocument/2006/relationships/image" Target="../media/image19.png"/><Relationship Id="rId17" Type="http://schemas.openxmlformats.org/officeDocument/2006/relationships/image" Target="../media/image11.png"/><Relationship Id="rId16" Type="http://schemas.openxmlformats.org/officeDocument/2006/relationships/image" Target="../media/image7.png"/><Relationship Id="rId5" Type="http://schemas.openxmlformats.org/officeDocument/2006/relationships/image" Target="../media/image15.png"/><Relationship Id="rId19" Type="http://schemas.openxmlformats.org/officeDocument/2006/relationships/image" Target="../media/image6.png"/><Relationship Id="rId6" Type="http://schemas.openxmlformats.org/officeDocument/2006/relationships/image" Target="../media/image1.png"/><Relationship Id="rId18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9.png"/><Relationship Id="rId13" Type="http://schemas.openxmlformats.org/officeDocument/2006/relationships/image" Target="../media/image1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5" Type="http://schemas.openxmlformats.org/officeDocument/2006/relationships/image" Target="../media/image12.png"/><Relationship Id="rId14" Type="http://schemas.openxmlformats.org/officeDocument/2006/relationships/image" Target="../media/image13.png"/><Relationship Id="rId17" Type="http://schemas.openxmlformats.org/officeDocument/2006/relationships/image" Target="../media/image10.png"/><Relationship Id="rId16" Type="http://schemas.openxmlformats.org/officeDocument/2006/relationships/image" Target="../media/image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18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.png"/><Relationship Id="rId11" Type="http://schemas.openxmlformats.org/officeDocument/2006/relationships/image" Target="../media/image11.png"/><Relationship Id="rId10" Type="http://schemas.openxmlformats.org/officeDocument/2006/relationships/image" Target="../media/image9.png"/><Relationship Id="rId21" Type="http://schemas.openxmlformats.org/officeDocument/2006/relationships/image" Target="../media/image18.png"/><Relationship Id="rId13" Type="http://schemas.openxmlformats.org/officeDocument/2006/relationships/image" Target="../media/image1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5" Type="http://schemas.openxmlformats.org/officeDocument/2006/relationships/image" Target="../media/image12.png"/><Relationship Id="rId14" Type="http://schemas.openxmlformats.org/officeDocument/2006/relationships/image" Target="../media/image13.png"/><Relationship Id="rId17" Type="http://schemas.openxmlformats.org/officeDocument/2006/relationships/image" Target="../media/image10.png"/><Relationship Id="rId16" Type="http://schemas.openxmlformats.org/officeDocument/2006/relationships/image" Target="../media/image7.png"/><Relationship Id="rId5" Type="http://schemas.openxmlformats.org/officeDocument/2006/relationships/image" Target="../media/image28.png"/><Relationship Id="rId19" Type="http://schemas.openxmlformats.org/officeDocument/2006/relationships/image" Target="../media/image22.png"/><Relationship Id="rId6" Type="http://schemas.openxmlformats.org/officeDocument/2006/relationships/image" Target="../media/image29.png"/><Relationship Id="rId18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20.png"/><Relationship Id="rId11" Type="http://schemas.openxmlformats.org/officeDocument/2006/relationships/image" Target="../media/image11.png"/><Relationship Id="rId22" Type="http://schemas.openxmlformats.org/officeDocument/2006/relationships/image" Target="../media/image25.png"/><Relationship Id="rId10" Type="http://schemas.openxmlformats.org/officeDocument/2006/relationships/image" Target="../media/image9.png"/><Relationship Id="rId21" Type="http://schemas.openxmlformats.org/officeDocument/2006/relationships/image" Target="../media/image24.png"/><Relationship Id="rId13" Type="http://schemas.openxmlformats.org/officeDocument/2006/relationships/image" Target="../media/image16.png"/><Relationship Id="rId24" Type="http://schemas.openxmlformats.org/officeDocument/2006/relationships/image" Target="../media/image27.png"/><Relationship Id="rId12" Type="http://schemas.openxmlformats.org/officeDocument/2006/relationships/image" Target="../media/image1.png"/><Relationship Id="rId23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5" Type="http://schemas.openxmlformats.org/officeDocument/2006/relationships/image" Target="../media/image12.png"/><Relationship Id="rId14" Type="http://schemas.openxmlformats.org/officeDocument/2006/relationships/image" Target="../media/image13.png"/><Relationship Id="rId17" Type="http://schemas.openxmlformats.org/officeDocument/2006/relationships/image" Target="../media/image10.png"/><Relationship Id="rId16" Type="http://schemas.openxmlformats.org/officeDocument/2006/relationships/image" Target="../media/image7.png"/><Relationship Id="rId5" Type="http://schemas.openxmlformats.org/officeDocument/2006/relationships/image" Target="../media/image28.png"/><Relationship Id="rId19" Type="http://schemas.openxmlformats.org/officeDocument/2006/relationships/image" Target="../media/image21.png"/><Relationship Id="rId6" Type="http://schemas.openxmlformats.org/officeDocument/2006/relationships/image" Target="../media/image29.png"/><Relationship Id="rId18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9.png"/><Relationship Id="rId13" Type="http://schemas.openxmlformats.org/officeDocument/2006/relationships/image" Target="../media/image1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5" Type="http://schemas.openxmlformats.org/officeDocument/2006/relationships/image" Target="../media/image20.png"/><Relationship Id="rId14" Type="http://schemas.openxmlformats.org/officeDocument/2006/relationships/image" Target="../media/image21.png"/><Relationship Id="rId17" Type="http://schemas.openxmlformats.org/officeDocument/2006/relationships/image" Target="../media/image26.png"/><Relationship Id="rId16" Type="http://schemas.openxmlformats.org/officeDocument/2006/relationships/image" Target="../media/image25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18" Type="http://schemas.openxmlformats.org/officeDocument/2006/relationships/image" Target="../media/image27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28.png"/><Relationship Id="rId11" Type="http://schemas.openxmlformats.org/officeDocument/2006/relationships/image" Target="../media/image14.png"/><Relationship Id="rId22" Type="http://schemas.openxmlformats.org/officeDocument/2006/relationships/image" Target="../media/image16.png"/><Relationship Id="rId10" Type="http://schemas.openxmlformats.org/officeDocument/2006/relationships/image" Target="../media/image8.png"/><Relationship Id="rId21" Type="http://schemas.openxmlformats.org/officeDocument/2006/relationships/image" Target="../media/image29.png"/><Relationship Id="rId13" Type="http://schemas.openxmlformats.org/officeDocument/2006/relationships/image" Target="../media/image17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5" Type="http://schemas.openxmlformats.org/officeDocument/2006/relationships/image" Target="../media/image12.png"/><Relationship Id="rId14" Type="http://schemas.openxmlformats.org/officeDocument/2006/relationships/image" Target="../media/image19.png"/><Relationship Id="rId17" Type="http://schemas.openxmlformats.org/officeDocument/2006/relationships/image" Target="../media/image11.png"/><Relationship Id="rId16" Type="http://schemas.openxmlformats.org/officeDocument/2006/relationships/image" Target="../media/image7.png"/><Relationship Id="rId5" Type="http://schemas.openxmlformats.org/officeDocument/2006/relationships/image" Target="../media/image15.png"/><Relationship Id="rId19" Type="http://schemas.openxmlformats.org/officeDocument/2006/relationships/image" Target="../media/image6.png"/><Relationship Id="rId6" Type="http://schemas.openxmlformats.org/officeDocument/2006/relationships/image" Target="../media/image1.png"/><Relationship Id="rId18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28.png"/><Relationship Id="rId11" Type="http://schemas.openxmlformats.org/officeDocument/2006/relationships/image" Target="../media/image14.png"/><Relationship Id="rId22" Type="http://schemas.openxmlformats.org/officeDocument/2006/relationships/image" Target="../media/image16.png"/><Relationship Id="rId10" Type="http://schemas.openxmlformats.org/officeDocument/2006/relationships/image" Target="../media/image8.png"/><Relationship Id="rId21" Type="http://schemas.openxmlformats.org/officeDocument/2006/relationships/image" Target="../media/image29.png"/><Relationship Id="rId13" Type="http://schemas.openxmlformats.org/officeDocument/2006/relationships/image" Target="../media/image17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5" Type="http://schemas.openxmlformats.org/officeDocument/2006/relationships/image" Target="../media/image12.png"/><Relationship Id="rId14" Type="http://schemas.openxmlformats.org/officeDocument/2006/relationships/image" Target="../media/image19.png"/><Relationship Id="rId17" Type="http://schemas.openxmlformats.org/officeDocument/2006/relationships/image" Target="../media/image11.png"/><Relationship Id="rId16" Type="http://schemas.openxmlformats.org/officeDocument/2006/relationships/image" Target="../media/image7.png"/><Relationship Id="rId5" Type="http://schemas.openxmlformats.org/officeDocument/2006/relationships/image" Target="../media/image15.png"/><Relationship Id="rId19" Type="http://schemas.openxmlformats.org/officeDocument/2006/relationships/image" Target="../media/image6.png"/><Relationship Id="rId6" Type="http://schemas.openxmlformats.org/officeDocument/2006/relationships/image" Target="../media/image1.png"/><Relationship Id="rId18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28.png"/><Relationship Id="rId11" Type="http://schemas.openxmlformats.org/officeDocument/2006/relationships/image" Target="../media/image14.png"/><Relationship Id="rId22" Type="http://schemas.openxmlformats.org/officeDocument/2006/relationships/image" Target="../media/image16.png"/><Relationship Id="rId10" Type="http://schemas.openxmlformats.org/officeDocument/2006/relationships/image" Target="../media/image8.png"/><Relationship Id="rId21" Type="http://schemas.openxmlformats.org/officeDocument/2006/relationships/image" Target="../media/image29.png"/><Relationship Id="rId13" Type="http://schemas.openxmlformats.org/officeDocument/2006/relationships/image" Target="../media/image17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5" Type="http://schemas.openxmlformats.org/officeDocument/2006/relationships/image" Target="../media/image12.png"/><Relationship Id="rId14" Type="http://schemas.openxmlformats.org/officeDocument/2006/relationships/image" Target="../media/image19.png"/><Relationship Id="rId17" Type="http://schemas.openxmlformats.org/officeDocument/2006/relationships/image" Target="../media/image11.png"/><Relationship Id="rId16" Type="http://schemas.openxmlformats.org/officeDocument/2006/relationships/image" Target="../media/image7.png"/><Relationship Id="rId5" Type="http://schemas.openxmlformats.org/officeDocument/2006/relationships/image" Target="../media/image15.png"/><Relationship Id="rId19" Type="http://schemas.openxmlformats.org/officeDocument/2006/relationships/image" Target="../media/image6.png"/><Relationship Id="rId6" Type="http://schemas.openxmlformats.org/officeDocument/2006/relationships/image" Target="../media/image1.png"/><Relationship Id="rId18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9.png"/><Relationship Id="rId13" Type="http://schemas.openxmlformats.org/officeDocument/2006/relationships/image" Target="../media/image1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5" Type="http://schemas.openxmlformats.org/officeDocument/2006/relationships/image" Target="../media/image12.png"/><Relationship Id="rId14" Type="http://schemas.openxmlformats.org/officeDocument/2006/relationships/image" Target="../media/image13.png"/><Relationship Id="rId17" Type="http://schemas.openxmlformats.org/officeDocument/2006/relationships/image" Target="../media/image10.png"/><Relationship Id="rId16" Type="http://schemas.openxmlformats.org/officeDocument/2006/relationships/image" Target="../media/image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18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9.png"/><Relationship Id="rId13" Type="http://schemas.openxmlformats.org/officeDocument/2006/relationships/image" Target="../media/image1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5" Type="http://schemas.openxmlformats.org/officeDocument/2006/relationships/image" Target="../media/image12.png"/><Relationship Id="rId14" Type="http://schemas.openxmlformats.org/officeDocument/2006/relationships/image" Target="../media/image13.png"/><Relationship Id="rId17" Type="http://schemas.openxmlformats.org/officeDocument/2006/relationships/image" Target="../media/image10.png"/><Relationship Id="rId16" Type="http://schemas.openxmlformats.org/officeDocument/2006/relationships/image" Target="../media/image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18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31.png"/><Relationship Id="rId11" Type="http://schemas.openxmlformats.org/officeDocument/2006/relationships/image" Target="../media/image11.png"/><Relationship Id="rId22" Type="http://schemas.openxmlformats.org/officeDocument/2006/relationships/image" Target="../media/image33.png"/><Relationship Id="rId10" Type="http://schemas.openxmlformats.org/officeDocument/2006/relationships/image" Target="../media/image9.png"/><Relationship Id="rId21" Type="http://schemas.openxmlformats.org/officeDocument/2006/relationships/image" Target="../media/image32.png"/><Relationship Id="rId13" Type="http://schemas.openxmlformats.org/officeDocument/2006/relationships/image" Target="../media/image1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5" Type="http://schemas.openxmlformats.org/officeDocument/2006/relationships/image" Target="../media/image12.png"/><Relationship Id="rId14" Type="http://schemas.openxmlformats.org/officeDocument/2006/relationships/image" Target="../media/image13.png"/><Relationship Id="rId17" Type="http://schemas.openxmlformats.org/officeDocument/2006/relationships/image" Target="../media/image10.png"/><Relationship Id="rId16" Type="http://schemas.openxmlformats.org/officeDocument/2006/relationships/image" Target="../media/image7.png"/><Relationship Id="rId5" Type="http://schemas.openxmlformats.org/officeDocument/2006/relationships/image" Target="../media/image28.png"/><Relationship Id="rId19" Type="http://schemas.openxmlformats.org/officeDocument/2006/relationships/image" Target="../media/image30.png"/><Relationship Id="rId6" Type="http://schemas.openxmlformats.org/officeDocument/2006/relationships/image" Target="../media/image29.png"/><Relationship Id="rId18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9.png"/><Relationship Id="rId13" Type="http://schemas.openxmlformats.org/officeDocument/2006/relationships/image" Target="../media/image1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4" Type="http://schemas.openxmlformats.org/officeDocument/2006/relationships/image" Target="../media/image30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9.png"/><Relationship Id="rId13" Type="http://schemas.openxmlformats.org/officeDocument/2006/relationships/image" Target="../media/image1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5" Type="http://schemas.openxmlformats.org/officeDocument/2006/relationships/image" Target="../media/image12.png"/><Relationship Id="rId14" Type="http://schemas.openxmlformats.org/officeDocument/2006/relationships/image" Target="../media/image13.png"/><Relationship Id="rId17" Type="http://schemas.openxmlformats.org/officeDocument/2006/relationships/image" Target="../media/image10.png"/><Relationship Id="rId16" Type="http://schemas.openxmlformats.org/officeDocument/2006/relationships/image" Target="../media/image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18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9.png"/><Relationship Id="rId13" Type="http://schemas.openxmlformats.org/officeDocument/2006/relationships/image" Target="../media/image1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5" Type="http://schemas.openxmlformats.org/officeDocument/2006/relationships/image" Target="../media/image12.png"/><Relationship Id="rId14" Type="http://schemas.openxmlformats.org/officeDocument/2006/relationships/image" Target="../media/image13.png"/><Relationship Id="rId17" Type="http://schemas.openxmlformats.org/officeDocument/2006/relationships/image" Target="../media/image10.png"/><Relationship Id="rId16" Type="http://schemas.openxmlformats.org/officeDocument/2006/relationships/image" Target="../media/image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18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20" Type="http://schemas.openxmlformats.org/officeDocument/2006/relationships/image" Target="../media/image28.png"/><Relationship Id="rId11" Type="http://schemas.openxmlformats.org/officeDocument/2006/relationships/image" Target="../media/image14.png"/><Relationship Id="rId22" Type="http://schemas.openxmlformats.org/officeDocument/2006/relationships/image" Target="../media/image16.png"/><Relationship Id="rId10" Type="http://schemas.openxmlformats.org/officeDocument/2006/relationships/image" Target="../media/image8.png"/><Relationship Id="rId21" Type="http://schemas.openxmlformats.org/officeDocument/2006/relationships/image" Target="../media/image29.png"/><Relationship Id="rId13" Type="http://schemas.openxmlformats.org/officeDocument/2006/relationships/image" Target="../media/image17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5" Type="http://schemas.openxmlformats.org/officeDocument/2006/relationships/image" Target="../media/image12.png"/><Relationship Id="rId14" Type="http://schemas.openxmlformats.org/officeDocument/2006/relationships/image" Target="../media/image19.png"/><Relationship Id="rId17" Type="http://schemas.openxmlformats.org/officeDocument/2006/relationships/image" Target="../media/image11.png"/><Relationship Id="rId16" Type="http://schemas.openxmlformats.org/officeDocument/2006/relationships/image" Target="../media/image7.png"/><Relationship Id="rId5" Type="http://schemas.openxmlformats.org/officeDocument/2006/relationships/image" Target="../media/image15.png"/><Relationship Id="rId19" Type="http://schemas.openxmlformats.org/officeDocument/2006/relationships/image" Target="../media/image6.png"/><Relationship Id="rId6" Type="http://schemas.openxmlformats.org/officeDocument/2006/relationships/image" Target="../media/image1.png"/><Relationship Id="rId18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4650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 rot="1800133">
            <a:off x="3424679" y="1424512"/>
            <a:ext cx="2295185" cy="2295185"/>
            <a:chOff x="2923050" y="922800"/>
            <a:chExt cx="3297900" cy="3297900"/>
          </a:xfrm>
        </p:grpSpPr>
        <p:sp>
          <p:nvSpPr>
            <p:cNvPr id="56" name="Google Shape;56;p13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63625" lIns="63625" spcFirstLastPara="1" rIns="63625" wrap="square" tIns="6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4"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341150" y="922800"/>
              <a:ext cx="461700" cy="32979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63625" lIns="63625" spcFirstLastPara="1" rIns="63625" wrap="square" tIns="6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4"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63625" lIns="63625" spcFirstLastPara="1" rIns="63625" wrap="square" tIns="6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4"/>
            </a:p>
          </p:txBody>
        </p:sp>
        <p:sp>
          <p:nvSpPr>
            <p:cNvPr id="59" name="Google Shape;59;p13"/>
            <p:cNvSpPr/>
            <p:nvPr/>
          </p:nvSpPr>
          <p:spPr>
            <a:xfrm rot="5400000">
              <a:off x="4341150" y="922800"/>
              <a:ext cx="461700" cy="32979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63625" lIns="63625" spcFirstLastPara="1" rIns="63625" wrap="square" tIns="6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4"/>
            </a:p>
          </p:txBody>
        </p:sp>
      </p:grpSp>
      <p:sp>
        <p:nvSpPr>
          <p:cNvPr id="60" name="Google Shape;60;p13"/>
          <p:cNvSpPr txBox="1"/>
          <p:nvPr/>
        </p:nvSpPr>
        <p:spPr>
          <a:xfrm>
            <a:off x="1082400" y="2092800"/>
            <a:ext cx="6979200" cy="957900"/>
          </a:xfrm>
          <a:prstGeom prst="rect">
            <a:avLst/>
          </a:prstGeom>
          <a:noFill/>
          <a:ln>
            <a:noFill/>
          </a:ln>
          <a:effectLst>
            <a:outerShdw rotWithShape="0" algn="bl" dir="2340000" dist="19050">
              <a:schemeClr val="lt1">
                <a:alpha val="50000"/>
              </a:schemeClr>
            </a:outerShdw>
          </a:effectLst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Representation</a:t>
            </a:r>
            <a:endParaRPr sz="48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61" name="Google Shape;61;p13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62" name="Google Shape;62;p13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3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" name="Google Shape;64;p13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65" name="Google Shape;65;p13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3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7" name="Google Shape;67;p13"/>
          <p:cNvCxnSpPr/>
          <p:nvPr/>
        </p:nvCxnSpPr>
        <p:spPr>
          <a:xfrm>
            <a:off x="282029" y="58359"/>
            <a:ext cx="0" cy="216503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3"/>
          <p:cNvCxnSpPr/>
          <p:nvPr/>
        </p:nvCxnSpPr>
        <p:spPr>
          <a:xfrm rot="-5400000">
            <a:off x="67816" y="272595"/>
            <a:ext cx="211921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" name="Google Shape;69;p13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70" name="Google Shape;70;p13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13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72" name="Google Shape;72;p13" title="star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38275" y="-50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8303424" y="-434074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199996">
            <a:off x="7614825" y="-245413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58">
            <a:off x="8173384" y="703973"/>
            <a:ext cx="523101" cy="51505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/>
          <p:nvPr/>
        </p:nvSpPr>
        <p:spPr>
          <a:xfrm>
            <a:off x="7772304" y="2095280"/>
            <a:ext cx="286516" cy="286516"/>
          </a:xfrm>
          <a:prstGeom prst="star4">
            <a:avLst>
              <a:gd fmla="val 23039" name="adj"/>
            </a:avLst>
          </a:prstGeom>
          <a:solidFill>
            <a:srgbClr val="62A2E3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1"/>
          </a:p>
        </p:txBody>
      </p:sp>
      <p:sp>
        <p:nvSpPr>
          <p:cNvPr id="77" name="Google Shape;77;p13"/>
          <p:cNvSpPr txBox="1"/>
          <p:nvPr/>
        </p:nvSpPr>
        <p:spPr>
          <a:xfrm>
            <a:off x="7540244" y="1862360"/>
            <a:ext cx="311074" cy="547761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5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*</a:t>
            </a:r>
            <a:endParaRPr sz="2135">
              <a:solidFill>
                <a:srgbClr val="00389D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7661465" y="2257698"/>
            <a:ext cx="139877" cy="136317"/>
          </a:xfrm>
          <a:prstGeom prst="star4">
            <a:avLst>
              <a:gd fmla="val 12236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1"/>
          </a:p>
        </p:txBody>
      </p:sp>
      <p:sp>
        <p:nvSpPr>
          <p:cNvPr id="79" name="Google Shape;79;p13"/>
          <p:cNvSpPr/>
          <p:nvPr/>
        </p:nvSpPr>
        <p:spPr>
          <a:xfrm>
            <a:off x="1082406" y="2759380"/>
            <a:ext cx="286516" cy="286516"/>
          </a:xfrm>
          <a:prstGeom prst="star4">
            <a:avLst>
              <a:gd fmla="val 23039" name="adj"/>
            </a:avLst>
          </a:prstGeom>
          <a:solidFill>
            <a:srgbClr val="62A2E3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1"/>
          </a:p>
        </p:txBody>
      </p:sp>
      <p:sp>
        <p:nvSpPr>
          <p:cNvPr id="80" name="Google Shape;80;p13"/>
          <p:cNvSpPr txBox="1"/>
          <p:nvPr/>
        </p:nvSpPr>
        <p:spPr>
          <a:xfrm>
            <a:off x="1304114" y="2673781"/>
            <a:ext cx="311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5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*</a:t>
            </a:r>
            <a:endParaRPr sz="2135">
              <a:solidFill>
                <a:srgbClr val="00389D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1278859" y="3045895"/>
            <a:ext cx="139877" cy="136317"/>
          </a:xfrm>
          <a:prstGeom prst="star4">
            <a:avLst>
              <a:gd fmla="val 12236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1"/>
          </a:p>
        </p:txBody>
      </p:sp>
      <p:sp>
        <p:nvSpPr>
          <p:cNvPr id="82" name="Google Shape;82;p13"/>
          <p:cNvSpPr txBox="1"/>
          <p:nvPr/>
        </p:nvSpPr>
        <p:spPr>
          <a:xfrm rot="5400000">
            <a:off x="-98475" y="20950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83" name="Google Shape;83;p13" title="code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900" y="4430467"/>
            <a:ext cx="1177101" cy="4608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/>
          <p:nvPr/>
        </p:nvSpPr>
        <p:spPr>
          <a:xfrm rot="-5400000">
            <a:off x="8371975" y="1148713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85" name="Google Shape;85;p13" title="stars4.png"/>
          <p:cNvPicPr preferRelativeResize="0"/>
          <p:nvPr/>
        </p:nvPicPr>
        <p:blipFill rotWithShape="1">
          <a:blip r:embed="rId6">
            <a:alphaModFix/>
          </a:blip>
          <a:srcRect b="0" l="0" r="48597" t="0"/>
          <a:stretch/>
        </p:blipFill>
        <p:spPr>
          <a:xfrm>
            <a:off x="102074" y="106632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title="star3 - Copy.png"/>
          <p:cNvPicPr preferRelativeResize="0"/>
          <p:nvPr/>
        </p:nvPicPr>
        <p:blipFill rotWithShape="1">
          <a:blip r:embed="rId7">
            <a:alphaModFix/>
          </a:blip>
          <a:srcRect b="0" l="0" r="51719" t="0"/>
          <a:stretch/>
        </p:blipFill>
        <p:spPr>
          <a:xfrm rot="5400000">
            <a:off x="468063" y="1218306"/>
            <a:ext cx="478874" cy="584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3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" name="Google Shape;89;p13" title="star3 - Copy.png"/>
          <p:cNvPicPr preferRelativeResize="0"/>
          <p:nvPr/>
        </p:nvPicPr>
        <p:blipFill rotWithShape="1">
          <a:blip r:embed="rId7">
            <a:alphaModFix/>
          </a:blip>
          <a:srcRect b="0" l="51719" r="0" t="0"/>
          <a:stretch/>
        </p:blipFill>
        <p:spPr>
          <a:xfrm rot="5400000">
            <a:off x="-18937" y="1411581"/>
            <a:ext cx="478874" cy="584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 rot="5400000">
            <a:off x="343014" y="1711734"/>
            <a:ext cx="3111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5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~</a:t>
            </a:r>
            <a:endParaRPr sz="2135">
              <a:solidFill>
                <a:srgbClr val="62A2E3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91" name="Google Shape;91;p13" title="Blue-loading-icon-design-illustration-on-transparent-background-PN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18725" y="4698455"/>
            <a:ext cx="216602" cy="216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title="star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 rot="10800000">
            <a:off x="8058825" y="4019625"/>
            <a:ext cx="866224" cy="8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title="plante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0926" y="4150675"/>
            <a:ext cx="715717" cy="5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title="modulatio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7476723" y="4604824"/>
            <a:ext cx="509400" cy="286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3"/>
          <p:cNvCxnSpPr/>
          <p:nvPr/>
        </p:nvCxnSpPr>
        <p:spPr>
          <a:xfrm>
            <a:off x="229431" y="2759375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3"/>
          <p:cNvSpPr txBox="1"/>
          <p:nvPr/>
        </p:nvSpPr>
        <p:spPr>
          <a:xfrm>
            <a:off x="178050" y="4150675"/>
            <a:ext cx="5094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7" name="Google Shape;97;p13" title="graph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0894" y="3513893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title="warning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5800" y="3329604"/>
            <a:ext cx="139875" cy="11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title="star6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61326" y="3522262"/>
            <a:ext cx="509399" cy="566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rot="-5400000">
            <a:off x="8712269" y="1802194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101" name="Google Shape;101;p13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-5400000">
            <a:off x="8712281" y="2018793"/>
            <a:ext cx="216600" cy="2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1807688" y="4856850"/>
            <a:ext cx="22050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COPYRIGHT BIT BY BIT CODING  © 2026. ALL RIGHTS RESERVED. ANY RESEMBLANCE TO ACTUAL PEOPLE, EVENTS, OR LOCALES IS PURE COINCIDENCE.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5030713" y="4856850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</a:t>
            </a: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SO 1600</a:t>
            </a: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4" name="Google Shape;104;p13" title="kick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-5400000">
            <a:off x="8386225" y="2831594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 title="what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712375" y="223539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 title="cloud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212744" y="401924"/>
            <a:ext cx="812165" cy="3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3" title="cloud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886913" y="174573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 title="cloud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 flipH="1">
            <a:off x="2475433" y="188326"/>
            <a:ext cx="869517" cy="3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5390625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</a:t>
            </a: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          </a:t>
            </a: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CPU 006% AMD RYZEN 9 7845HX          GPU 001% 4.8GB NVDIA RTX 4060 LAPTOP</a:t>
            </a: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0" name="Google Shape;110;p13" title="compass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64650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 title="star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38275" y="-50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8303424" y="-434074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199996">
            <a:off x="7614825" y="-245413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58">
            <a:off x="8173384" y="703973"/>
            <a:ext cx="523101" cy="5150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 rot="5400000">
            <a:off x="-98475" y="20950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121" name="Google Shape;121;p14" title="code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900" y="4430467"/>
            <a:ext cx="1177101" cy="46088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 rot="-5400000">
            <a:off x="8371975" y="1148713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123" name="Google Shape;123;p14" title="stars4.png"/>
          <p:cNvPicPr preferRelativeResize="0"/>
          <p:nvPr/>
        </p:nvPicPr>
        <p:blipFill rotWithShape="1">
          <a:blip r:embed="rId6">
            <a:alphaModFix/>
          </a:blip>
          <a:srcRect b="0" l="0" r="48597" t="0"/>
          <a:stretch/>
        </p:blipFill>
        <p:spPr>
          <a:xfrm>
            <a:off x="102074" y="106632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 title="star3 - Copy.png"/>
          <p:cNvPicPr preferRelativeResize="0"/>
          <p:nvPr/>
        </p:nvPicPr>
        <p:blipFill rotWithShape="1">
          <a:blip r:embed="rId7">
            <a:alphaModFix/>
          </a:blip>
          <a:srcRect b="0" l="0" r="51719" t="0"/>
          <a:stretch/>
        </p:blipFill>
        <p:spPr>
          <a:xfrm rot="5400000">
            <a:off x="468063" y="1218306"/>
            <a:ext cx="478874" cy="5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 title="star3 - Copy.png"/>
          <p:cNvPicPr preferRelativeResize="0"/>
          <p:nvPr/>
        </p:nvPicPr>
        <p:blipFill rotWithShape="1">
          <a:blip r:embed="rId7">
            <a:alphaModFix/>
          </a:blip>
          <a:srcRect b="0" l="51719" r="0" t="0"/>
          <a:stretch/>
        </p:blipFill>
        <p:spPr>
          <a:xfrm rot="5400000">
            <a:off x="-18937" y="1411581"/>
            <a:ext cx="478874" cy="5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 title="Blue-loading-icon-design-illustration-on-transparent-background-PN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18725" y="4698455"/>
            <a:ext cx="216602" cy="216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 title="star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 rot="10800000">
            <a:off x="8058825" y="4019625"/>
            <a:ext cx="866224" cy="8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 title="plante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0926" y="4150675"/>
            <a:ext cx="715717" cy="5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title="modulatio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7476723" y="4604824"/>
            <a:ext cx="509400" cy="286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14"/>
          <p:cNvCxnSpPr/>
          <p:nvPr/>
        </p:nvCxnSpPr>
        <p:spPr>
          <a:xfrm>
            <a:off x="229431" y="2759375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4"/>
          <p:cNvSpPr txBox="1"/>
          <p:nvPr/>
        </p:nvSpPr>
        <p:spPr>
          <a:xfrm>
            <a:off x="178050" y="4150675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2" name="Google Shape;132;p14" title="graph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0894" y="3513893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warning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5800" y="3329604"/>
            <a:ext cx="139875" cy="11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 title="star6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61326" y="3522262"/>
            <a:ext cx="509399" cy="566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rot="-5400000">
            <a:off x="8712269" y="1802194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136" name="Google Shape;136;p14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-5400000">
            <a:off x="8712281" y="2018793"/>
            <a:ext cx="216600" cy="2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 txBox="1"/>
          <p:nvPr/>
        </p:nvSpPr>
        <p:spPr>
          <a:xfrm>
            <a:off x="1807688" y="4856850"/>
            <a:ext cx="22050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COPYRIGHT BIT BY BIT CODING  © 2026. ALL RIGHTS RESERVED. ANY RESEMBLANCE TO ACTUAL PEOPLE, EVENTS, OR LOCALES IS PURE COINCIDENCE.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5030713" y="4856850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9" name="Google Shape;139;p14" title="kick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-5400000">
            <a:off x="8386225" y="2831594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4" title="what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712375" y="223539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 title="cloud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212744" y="401924"/>
            <a:ext cx="812165" cy="3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4" title="cloud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886913" y="174573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 title="cloud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 flipH="1">
            <a:off x="2475433" y="188326"/>
            <a:ext cx="869517" cy="3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/>
        </p:nvSpPr>
        <p:spPr>
          <a:xfrm>
            <a:off x="5390625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5" name="Google Shape;145;p14" title="compass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146" name="Google Shape;146;p14"/>
          <p:cNvSpPr/>
          <p:nvPr/>
        </p:nvSpPr>
        <p:spPr>
          <a:xfrm>
            <a:off x="891088" y="28485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4732754" y="28485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2811921" y="28689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"/>
          <p:cNvSpPr/>
          <p:nvPr/>
        </p:nvSpPr>
        <p:spPr>
          <a:xfrm>
            <a:off x="6653600" y="7783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4732767" y="7579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2811933" y="7783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891100" y="7579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14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154" name="Google Shape;154;p14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14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6" name="Google Shape;156;p14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157" name="Google Shape;157;p14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14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9" name="Google Shape;159;p14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14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1" name="Google Shape;161;p14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162" name="Google Shape;162;p14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14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64" name="Google Shape;164;p14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4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14"/>
          <p:cNvSpPr txBox="1"/>
          <p:nvPr/>
        </p:nvSpPr>
        <p:spPr>
          <a:xfrm>
            <a:off x="390275" y="228625"/>
            <a:ext cx="69792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But first… a magic trick 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167" name="Google Shape;167;p14"/>
          <p:cNvGraphicFramePr/>
          <p:nvPr/>
        </p:nvGraphicFramePr>
        <p:xfrm>
          <a:off x="990734" y="85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" name="Google Shape;168;p14"/>
          <p:cNvGraphicFramePr/>
          <p:nvPr/>
        </p:nvGraphicFramePr>
        <p:xfrm>
          <a:off x="990734" y="305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9" name="Google Shape;169;p14"/>
          <p:cNvGraphicFramePr/>
          <p:nvPr/>
        </p:nvGraphicFramePr>
        <p:xfrm>
          <a:off x="2894516" y="879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0" name="Google Shape;170;p14"/>
          <p:cNvGraphicFramePr/>
          <p:nvPr/>
        </p:nvGraphicFramePr>
        <p:xfrm>
          <a:off x="2911578" y="3183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1" name="Google Shape;171;p14"/>
          <p:cNvGraphicFramePr/>
          <p:nvPr/>
        </p:nvGraphicFramePr>
        <p:xfrm>
          <a:off x="4832425" y="965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2" name="Google Shape;172;p14"/>
          <p:cNvGraphicFramePr/>
          <p:nvPr/>
        </p:nvGraphicFramePr>
        <p:xfrm>
          <a:off x="4824162" y="316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3" name="Google Shape;173;p14"/>
          <p:cNvGraphicFramePr/>
          <p:nvPr/>
        </p:nvGraphicFramePr>
        <p:xfrm>
          <a:off x="6753218" y="9862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14"/>
          <p:cNvSpPr txBox="1"/>
          <p:nvPr/>
        </p:nvSpPr>
        <p:spPr>
          <a:xfrm>
            <a:off x="6653575" y="3009075"/>
            <a:ext cx="1599300" cy="16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Which cards do you see your number in?</a:t>
            </a:r>
            <a:endParaRPr sz="18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binary?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81" name="Google Shape;181;p15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182" name="Google Shape;182;p15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" name="Google Shape;183;p15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4" name="Google Shape;184;p15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185" name="Google Shape;185;p15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" name="Google Shape;186;p15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87" name="Google Shape;187;p15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5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9" name="Google Shape;189;p15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190" name="Google Shape;190;p15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15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92" name="Google Shape;192;p15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15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15"/>
          <p:cNvSpPr txBox="1"/>
          <p:nvPr/>
        </p:nvSpPr>
        <p:spPr>
          <a:xfrm>
            <a:off x="519775" y="910775"/>
            <a:ext cx="47781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Binary is how computers store data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It’s only made up of ones and zeros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402625" y="79110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402625" y="141795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97" name="Google Shape;197;p15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5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5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5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5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5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5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5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5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5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5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5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5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5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5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824799" y="40420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5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5"/>
          <p:cNvSpPr txBox="1"/>
          <p:nvPr/>
        </p:nvSpPr>
        <p:spPr>
          <a:xfrm>
            <a:off x="7086300" y="44024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214" name="Google Shape;214;p15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215" name="Google Shape;215;p15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6" name="Google Shape;216;p15" title="graph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0832" y="4254568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5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4876" y="4647476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218" name="Google Shape;218;p15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28276" y="4647488"/>
            <a:ext cx="216600" cy="2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5" title="wha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400000">
            <a:off x="1011774" y="4647582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p15"/>
          <p:cNvGrpSpPr/>
          <p:nvPr/>
        </p:nvGrpSpPr>
        <p:grpSpPr>
          <a:xfrm rot="1799192">
            <a:off x="1146549" y="4122827"/>
            <a:ext cx="437477" cy="427097"/>
            <a:chOff x="3168538" y="1201592"/>
            <a:chExt cx="2806800" cy="2740200"/>
          </a:xfrm>
        </p:grpSpPr>
        <p:sp>
          <p:nvSpPr>
            <p:cNvPr id="221" name="Google Shape;221;p15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224" name="Google Shape;224;p15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</p:grpSp>
      <p:grpSp>
        <p:nvGrpSpPr>
          <p:cNvPr id="225" name="Google Shape;225;p15"/>
          <p:cNvGrpSpPr/>
          <p:nvPr/>
        </p:nvGrpSpPr>
        <p:grpSpPr>
          <a:xfrm rot="5400000">
            <a:off x="1247073" y="4220881"/>
            <a:ext cx="235771" cy="230451"/>
            <a:chOff x="3168538" y="1201592"/>
            <a:chExt cx="2806800" cy="2740200"/>
          </a:xfrm>
        </p:grpSpPr>
        <p:sp>
          <p:nvSpPr>
            <p:cNvPr id="226" name="Google Shape;226;p15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229" name="Google Shape;229;p15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</p:grpSp>
      <p:cxnSp>
        <p:nvCxnSpPr>
          <p:cNvPr id="230" name="Google Shape;230;p15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15"/>
          <p:cNvSpPr txBox="1"/>
          <p:nvPr/>
        </p:nvSpPr>
        <p:spPr>
          <a:xfrm>
            <a:off x="178050" y="3955442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2" name="Google Shape;232;p15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1287" y="3531382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5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731" y="3675276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5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8175" y="3819170"/>
            <a:ext cx="339087" cy="2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5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/>
          <p:nvPr/>
        </p:nvSpPr>
        <p:spPr>
          <a:xfrm>
            <a:off x="64650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Binary to decimal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242" name="Google Shape;242;p16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243" name="Google Shape;243;p16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6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5" name="Google Shape;245;p16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246" name="Google Shape;246;p16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6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48" name="Google Shape;248;p16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16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0" name="Google Shape;250;p16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251" name="Google Shape;251;p16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6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53" name="Google Shape;253;p16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16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6"/>
          <p:cNvSpPr txBox="1"/>
          <p:nvPr/>
        </p:nvSpPr>
        <p:spPr>
          <a:xfrm>
            <a:off x="519775" y="910775"/>
            <a:ext cx="55734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Take our normal counting system (a.k.a decimal) for example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16"/>
          <p:cNvSpPr txBox="1"/>
          <p:nvPr/>
        </p:nvSpPr>
        <p:spPr>
          <a:xfrm>
            <a:off x="402625" y="79110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57" name="Google Shape;257;p16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6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6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6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6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6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6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6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6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6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6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6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6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6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6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824799" y="40420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6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6"/>
          <p:cNvSpPr txBox="1"/>
          <p:nvPr/>
        </p:nvSpPr>
        <p:spPr>
          <a:xfrm>
            <a:off x="7086300" y="44024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274" name="Google Shape;274;p16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275" name="Google Shape;275;p16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6" name="Google Shape;276;p16" title="graph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0832" y="4254568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6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4876" y="4647476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278" name="Google Shape;278;p16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28276" y="4647488"/>
            <a:ext cx="216600" cy="2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6" title="wha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400000">
            <a:off x="1011774" y="4647582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0" name="Google Shape;280;p16"/>
          <p:cNvGrpSpPr/>
          <p:nvPr/>
        </p:nvGrpSpPr>
        <p:grpSpPr>
          <a:xfrm rot="1799192">
            <a:off x="1146549" y="4122827"/>
            <a:ext cx="437477" cy="427097"/>
            <a:chOff x="3168538" y="1201592"/>
            <a:chExt cx="2806800" cy="2740200"/>
          </a:xfrm>
        </p:grpSpPr>
        <p:sp>
          <p:nvSpPr>
            <p:cNvPr id="281" name="Google Shape;281;p16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284" name="Google Shape;284;p16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</p:grpSp>
      <p:grpSp>
        <p:nvGrpSpPr>
          <p:cNvPr id="285" name="Google Shape;285;p16"/>
          <p:cNvGrpSpPr/>
          <p:nvPr/>
        </p:nvGrpSpPr>
        <p:grpSpPr>
          <a:xfrm rot="5400000">
            <a:off x="1247073" y="4220881"/>
            <a:ext cx="235771" cy="230451"/>
            <a:chOff x="3168538" y="1201592"/>
            <a:chExt cx="2806800" cy="2740200"/>
          </a:xfrm>
        </p:grpSpPr>
        <p:sp>
          <p:nvSpPr>
            <p:cNvPr id="286" name="Google Shape;286;p16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289" name="Google Shape;289;p16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</p:grpSp>
      <p:cxnSp>
        <p:nvCxnSpPr>
          <p:cNvPr id="290" name="Google Shape;290;p16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16"/>
          <p:cNvSpPr txBox="1"/>
          <p:nvPr/>
        </p:nvSpPr>
        <p:spPr>
          <a:xfrm>
            <a:off x="178050" y="3955442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92" name="Google Shape;292;p16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1287" y="3531382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6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731" y="3675276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6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8175" y="3819170"/>
            <a:ext cx="339087" cy="2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6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818825" y="1583900"/>
            <a:ext cx="311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389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167</a:t>
            </a:r>
            <a:endParaRPr b="1" sz="4800">
              <a:solidFill>
                <a:srgbClr val="00389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7" name="Google Shape;297;p16"/>
          <p:cNvCxnSpPr/>
          <p:nvPr/>
        </p:nvCxnSpPr>
        <p:spPr>
          <a:xfrm>
            <a:off x="1786300" y="2218163"/>
            <a:ext cx="1392600" cy="37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8" name="Google Shape;298;p16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211200" y="2507288"/>
            <a:ext cx="1315991" cy="22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9" name="Google Shape;299;p16"/>
          <p:cNvCxnSpPr/>
          <p:nvPr/>
        </p:nvCxnSpPr>
        <p:spPr>
          <a:xfrm>
            <a:off x="1530900" y="2339775"/>
            <a:ext cx="1680300" cy="65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00" name="Google Shape;300;p16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211200" y="2879213"/>
            <a:ext cx="1415520" cy="22117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cxnSp>
        <p:nvCxnSpPr>
          <p:cNvPr id="301" name="Google Shape;301;p16"/>
          <p:cNvCxnSpPr/>
          <p:nvPr/>
        </p:nvCxnSpPr>
        <p:spPr>
          <a:xfrm>
            <a:off x="1089600" y="2321725"/>
            <a:ext cx="2121600" cy="104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02" name="Google Shape;302;p16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211200" y="3251138"/>
            <a:ext cx="1515049" cy="22117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Binary to decimal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309" name="Google Shape;309;p17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310" name="Google Shape;310;p17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1" name="Google Shape;311;p17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12" name="Google Shape;312;p17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313" name="Google Shape;313;p17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4" name="Google Shape;314;p17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15" name="Google Shape;315;p17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17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7" name="Google Shape;317;p17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318" name="Google Shape;318;p17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17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20" name="Google Shape;320;p17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17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17"/>
          <p:cNvSpPr txBox="1"/>
          <p:nvPr/>
        </p:nvSpPr>
        <p:spPr>
          <a:xfrm>
            <a:off x="519775" y="910775"/>
            <a:ext cx="55734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Binary instead uses powers of 2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Read from right to left, with each power increasing by 1 for every digit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" name="Google Shape;323;p17"/>
          <p:cNvSpPr txBox="1"/>
          <p:nvPr/>
        </p:nvSpPr>
        <p:spPr>
          <a:xfrm>
            <a:off x="402625" y="79110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24" name="Google Shape;324;p17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7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7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7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7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7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7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7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7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7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7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7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7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7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7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692824" y="396292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7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7"/>
          <p:cNvSpPr txBox="1"/>
          <p:nvPr/>
        </p:nvSpPr>
        <p:spPr>
          <a:xfrm>
            <a:off x="7078550" y="442965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341" name="Google Shape;341;p17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342" name="Google Shape;342;p17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43" name="Google Shape;343;p17" title="graph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0832" y="4254568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7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4876" y="4647476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345" name="Google Shape;345;p17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28276" y="4647488"/>
            <a:ext cx="216600" cy="2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7" title="wha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400000">
            <a:off x="1011774" y="4647582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17"/>
          <p:cNvGrpSpPr/>
          <p:nvPr/>
        </p:nvGrpSpPr>
        <p:grpSpPr>
          <a:xfrm rot="1799192">
            <a:off x="1146549" y="4122827"/>
            <a:ext cx="437477" cy="427097"/>
            <a:chOff x="3168538" y="1201592"/>
            <a:chExt cx="2806800" cy="2740200"/>
          </a:xfrm>
        </p:grpSpPr>
        <p:sp>
          <p:nvSpPr>
            <p:cNvPr id="348" name="Google Shape;348;p17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351" name="Google Shape;351;p17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</p:grpSp>
      <p:grpSp>
        <p:nvGrpSpPr>
          <p:cNvPr id="352" name="Google Shape;352;p17"/>
          <p:cNvGrpSpPr/>
          <p:nvPr/>
        </p:nvGrpSpPr>
        <p:grpSpPr>
          <a:xfrm rot="5400000">
            <a:off x="1247073" y="4220881"/>
            <a:ext cx="235771" cy="230451"/>
            <a:chOff x="3168538" y="1201592"/>
            <a:chExt cx="2806800" cy="2740200"/>
          </a:xfrm>
        </p:grpSpPr>
        <p:sp>
          <p:nvSpPr>
            <p:cNvPr id="353" name="Google Shape;353;p17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356" name="Google Shape;356;p17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</p:grpSp>
      <p:cxnSp>
        <p:nvCxnSpPr>
          <p:cNvPr id="357" name="Google Shape;357;p17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17"/>
          <p:cNvSpPr txBox="1"/>
          <p:nvPr/>
        </p:nvSpPr>
        <p:spPr>
          <a:xfrm>
            <a:off x="178050" y="3955442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59" name="Google Shape;359;p17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1287" y="3531382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7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731" y="3675276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7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8175" y="3819170"/>
            <a:ext cx="339087" cy="2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7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Google Shape;363;p17"/>
          <p:cNvSpPr txBox="1"/>
          <p:nvPr/>
        </p:nvSpPr>
        <p:spPr>
          <a:xfrm>
            <a:off x="812400" y="1876150"/>
            <a:ext cx="311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389D"/>
                </a:solidFill>
                <a:latin typeface="Roboto Mono"/>
                <a:ea typeface="Roboto Mono"/>
                <a:cs typeface="Roboto Mono"/>
                <a:sym typeface="Roboto Mono"/>
              </a:rPr>
              <a:t>1010</a:t>
            </a:r>
            <a:endParaRPr b="1" sz="4800">
              <a:solidFill>
                <a:srgbClr val="00389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364" name="Google Shape;364;p17"/>
          <p:cNvCxnSpPr/>
          <p:nvPr/>
        </p:nvCxnSpPr>
        <p:spPr>
          <a:xfrm>
            <a:off x="2388225" y="2355275"/>
            <a:ext cx="1392600" cy="37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17"/>
          <p:cNvCxnSpPr/>
          <p:nvPr/>
        </p:nvCxnSpPr>
        <p:spPr>
          <a:xfrm>
            <a:off x="1915150" y="2564150"/>
            <a:ext cx="1860900" cy="4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17"/>
          <p:cNvCxnSpPr>
            <a:endCxn id="367" idx="1"/>
          </p:cNvCxnSpPr>
          <p:nvPr/>
        </p:nvCxnSpPr>
        <p:spPr>
          <a:xfrm>
            <a:off x="1480120" y="2564216"/>
            <a:ext cx="2300700" cy="79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17"/>
          <p:cNvSpPr txBox="1"/>
          <p:nvPr/>
        </p:nvSpPr>
        <p:spPr>
          <a:xfrm>
            <a:off x="402613" y="110340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69" name="Google Shape;369;p1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780825" y="2622275"/>
            <a:ext cx="1222031" cy="22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7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780820" y="2935300"/>
            <a:ext cx="1222025" cy="22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17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780820" y="3248325"/>
            <a:ext cx="1222025" cy="221181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cxnSp>
        <p:nvCxnSpPr>
          <p:cNvPr id="371" name="Google Shape;371;p17"/>
          <p:cNvCxnSpPr/>
          <p:nvPr/>
        </p:nvCxnSpPr>
        <p:spPr>
          <a:xfrm>
            <a:off x="1123795" y="2564216"/>
            <a:ext cx="2671800" cy="109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72" name="Google Shape;372;p17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789524" y="3561350"/>
            <a:ext cx="1177100" cy="213051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373" name="Google Shape;373;p17" title="stars4.png"/>
          <p:cNvPicPr preferRelativeResize="0"/>
          <p:nvPr/>
        </p:nvPicPr>
        <p:blipFill rotWithShape="1">
          <a:blip r:embed="rId23">
            <a:alphaModFix/>
          </a:blip>
          <a:srcRect b="0" l="0" r="48597" t="0"/>
          <a:stretch/>
        </p:blipFill>
        <p:spPr>
          <a:xfrm>
            <a:off x="6229399" y="4558288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7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484675" y="4768400"/>
            <a:ext cx="233947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7" title="stars4.png"/>
          <p:cNvPicPr preferRelativeResize="0"/>
          <p:nvPr/>
        </p:nvPicPr>
        <p:blipFill rotWithShape="1">
          <a:blip r:embed="rId24">
            <a:alphaModFix/>
          </a:blip>
          <a:srcRect b="0" l="0" r="48597" t="0"/>
          <a:stretch/>
        </p:blipFill>
        <p:spPr>
          <a:xfrm>
            <a:off x="6647688" y="4551650"/>
            <a:ext cx="434124" cy="40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8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8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Binary to decimal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382" name="Google Shape;382;p18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383" name="Google Shape;383;p18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18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5" name="Google Shape;385;p18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386" name="Google Shape;386;p18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18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88" name="Google Shape;388;p18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18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90" name="Google Shape;390;p18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391" name="Google Shape;391;p18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2" name="Google Shape;392;p18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93" name="Google Shape;393;p18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18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5" name="Google Shape;395;p18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18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8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8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8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8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8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8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8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8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8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18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8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8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18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692824" y="396292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18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8"/>
          <p:cNvSpPr txBox="1"/>
          <p:nvPr/>
        </p:nvSpPr>
        <p:spPr>
          <a:xfrm>
            <a:off x="7078550" y="442965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412" name="Google Shape;412;p18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413" name="Google Shape;413;p18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4" name="Google Shape;414;p18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18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18"/>
          <p:cNvSpPr txBox="1"/>
          <p:nvPr/>
        </p:nvSpPr>
        <p:spPr>
          <a:xfrm>
            <a:off x="812400" y="1876150"/>
            <a:ext cx="311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389D"/>
                </a:solidFill>
                <a:latin typeface="Roboto Mono"/>
                <a:ea typeface="Roboto Mono"/>
                <a:cs typeface="Roboto Mono"/>
                <a:sym typeface="Roboto Mono"/>
              </a:rPr>
              <a:t>111010</a:t>
            </a:r>
            <a:endParaRPr b="1" sz="4800">
              <a:solidFill>
                <a:srgbClr val="00389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417" name="Google Shape;417;p18"/>
          <p:cNvCxnSpPr/>
          <p:nvPr/>
        </p:nvCxnSpPr>
        <p:spPr>
          <a:xfrm>
            <a:off x="3186075" y="2394550"/>
            <a:ext cx="1392600" cy="37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18"/>
          <p:cNvCxnSpPr/>
          <p:nvPr/>
        </p:nvCxnSpPr>
        <p:spPr>
          <a:xfrm>
            <a:off x="2713000" y="2603425"/>
            <a:ext cx="1860900" cy="4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18"/>
          <p:cNvCxnSpPr>
            <a:endCxn id="420" idx="1"/>
          </p:cNvCxnSpPr>
          <p:nvPr/>
        </p:nvCxnSpPr>
        <p:spPr>
          <a:xfrm>
            <a:off x="2277972" y="2603488"/>
            <a:ext cx="2300700" cy="79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1" name="Google Shape;421;p18"/>
          <p:cNvPicPr preferRelativeResize="0"/>
          <p:nvPr/>
        </p:nvPicPr>
        <p:blipFill rotWithShape="1">
          <a:blip r:embed="rId14">
            <a:alphaModFix/>
          </a:blip>
          <a:srcRect b="0" l="0" r="46553" t="0"/>
          <a:stretch/>
        </p:blipFill>
        <p:spPr>
          <a:xfrm>
            <a:off x="4578675" y="2661550"/>
            <a:ext cx="653150" cy="22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18"/>
          <p:cNvPicPr preferRelativeResize="0"/>
          <p:nvPr/>
        </p:nvPicPr>
        <p:blipFill rotWithShape="1">
          <a:blip r:embed="rId15">
            <a:alphaModFix/>
          </a:blip>
          <a:srcRect b="0" l="0" r="46553" t="0"/>
          <a:stretch/>
        </p:blipFill>
        <p:spPr>
          <a:xfrm>
            <a:off x="4578673" y="2974575"/>
            <a:ext cx="653150" cy="22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3" name="Google Shape;423;p18"/>
          <p:cNvCxnSpPr/>
          <p:nvPr/>
        </p:nvCxnSpPr>
        <p:spPr>
          <a:xfrm>
            <a:off x="1921645" y="2603491"/>
            <a:ext cx="2671800" cy="109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4" name="Google Shape;424;p18"/>
          <p:cNvPicPr preferRelativeResize="0"/>
          <p:nvPr/>
        </p:nvPicPr>
        <p:blipFill rotWithShape="1">
          <a:blip r:embed="rId16">
            <a:alphaModFix/>
          </a:blip>
          <a:srcRect b="0" l="0" r="44512" t="0"/>
          <a:stretch/>
        </p:blipFill>
        <p:spPr>
          <a:xfrm>
            <a:off x="4587374" y="3600625"/>
            <a:ext cx="653150" cy="21305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425" name="Google Shape;425;p18" title="stars4.png"/>
          <p:cNvPicPr preferRelativeResize="0"/>
          <p:nvPr/>
        </p:nvPicPr>
        <p:blipFill rotWithShape="1">
          <a:blip r:embed="rId17">
            <a:alphaModFix/>
          </a:blip>
          <a:srcRect b="0" l="0" r="48597" t="0"/>
          <a:stretch/>
        </p:blipFill>
        <p:spPr>
          <a:xfrm>
            <a:off x="6229399" y="4558288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8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484675" y="4768400"/>
            <a:ext cx="233947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18" title="stars4.png"/>
          <p:cNvPicPr preferRelativeResize="0"/>
          <p:nvPr/>
        </p:nvPicPr>
        <p:blipFill rotWithShape="1">
          <a:blip r:embed="rId18">
            <a:alphaModFix/>
          </a:blip>
          <a:srcRect b="0" l="0" r="48597" t="0"/>
          <a:stretch/>
        </p:blipFill>
        <p:spPr>
          <a:xfrm>
            <a:off x="6647688" y="4551650"/>
            <a:ext cx="434124" cy="401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8" name="Google Shape;428;p18"/>
          <p:cNvCxnSpPr/>
          <p:nvPr/>
        </p:nvCxnSpPr>
        <p:spPr>
          <a:xfrm>
            <a:off x="1480170" y="2625753"/>
            <a:ext cx="3092700" cy="140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18"/>
          <p:cNvCxnSpPr/>
          <p:nvPr/>
        </p:nvCxnSpPr>
        <p:spPr>
          <a:xfrm>
            <a:off x="1115670" y="2622178"/>
            <a:ext cx="3356400" cy="19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9"/>
          <p:cNvSpPr/>
          <p:nvPr/>
        </p:nvSpPr>
        <p:spPr>
          <a:xfrm>
            <a:off x="64650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5" name="Google Shape;435;p19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436" name="Google Shape;436;p19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" name="Google Shape;437;p19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8" name="Google Shape;438;p19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439" name="Google Shape;439;p19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p19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441" name="Google Shape;441;p19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19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3" name="Google Shape;443;p19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444" name="Google Shape;444;p19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" name="Google Shape;445;p19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446" name="Google Shape;446;p19" title="star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38275" y="-50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19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8303424" y="-434074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19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199996">
            <a:off x="7614825" y="-245413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19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58">
            <a:off x="8173384" y="703973"/>
            <a:ext cx="523101" cy="515052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9"/>
          <p:cNvSpPr txBox="1"/>
          <p:nvPr/>
        </p:nvSpPr>
        <p:spPr>
          <a:xfrm rot="5400000">
            <a:off x="-98475" y="20950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451" name="Google Shape;451;p19" title="code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900" y="4430467"/>
            <a:ext cx="1177101" cy="460883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9"/>
          <p:cNvSpPr txBox="1"/>
          <p:nvPr/>
        </p:nvSpPr>
        <p:spPr>
          <a:xfrm rot="-5400000">
            <a:off x="8371975" y="1148713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453" name="Google Shape;453;p19" title="stars4.png"/>
          <p:cNvPicPr preferRelativeResize="0"/>
          <p:nvPr/>
        </p:nvPicPr>
        <p:blipFill rotWithShape="1">
          <a:blip r:embed="rId6">
            <a:alphaModFix/>
          </a:blip>
          <a:srcRect b="0" l="0" r="48597" t="0"/>
          <a:stretch/>
        </p:blipFill>
        <p:spPr>
          <a:xfrm>
            <a:off x="102074" y="106632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19" title="star3 - Copy.png"/>
          <p:cNvPicPr preferRelativeResize="0"/>
          <p:nvPr/>
        </p:nvPicPr>
        <p:blipFill rotWithShape="1">
          <a:blip r:embed="rId7">
            <a:alphaModFix/>
          </a:blip>
          <a:srcRect b="0" l="0" r="51719" t="0"/>
          <a:stretch/>
        </p:blipFill>
        <p:spPr>
          <a:xfrm rot="5400000">
            <a:off x="468063" y="1218306"/>
            <a:ext cx="478874" cy="584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5" name="Google Shape;455;p19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19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7" name="Google Shape;457;p19" title="star3 - Copy.png"/>
          <p:cNvPicPr preferRelativeResize="0"/>
          <p:nvPr/>
        </p:nvPicPr>
        <p:blipFill rotWithShape="1">
          <a:blip r:embed="rId7">
            <a:alphaModFix/>
          </a:blip>
          <a:srcRect b="0" l="51719" r="0" t="0"/>
          <a:stretch/>
        </p:blipFill>
        <p:spPr>
          <a:xfrm rot="5400000">
            <a:off x="-18937" y="1411581"/>
            <a:ext cx="478874" cy="58475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9"/>
          <p:cNvSpPr txBox="1"/>
          <p:nvPr/>
        </p:nvSpPr>
        <p:spPr>
          <a:xfrm rot="5400000">
            <a:off x="342264" y="1710984"/>
            <a:ext cx="311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5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~</a:t>
            </a:r>
            <a:endParaRPr sz="2135">
              <a:solidFill>
                <a:srgbClr val="62A2E3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459" name="Google Shape;459;p19" title="Blue-loading-icon-design-illustration-on-transparent-background-PN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18725" y="4698455"/>
            <a:ext cx="216602" cy="216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19" title="star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 rot="10800000">
            <a:off x="8058825" y="4019625"/>
            <a:ext cx="866224" cy="8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19" title="plante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0926" y="4150675"/>
            <a:ext cx="715717" cy="5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19" title="modulatio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7476723" y="4604824"/>
            <a:ext cx="509400" cy="286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3" name="Google Shape;463;p19"/>
          <p:cNvCxnSpPr/>
          <p:nvPr/>
        </p:nvCxnSpPr>
        <p:spPr>
          <a:xfrm>
            <a:off x="229431" y="2759375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19"/>
          <p:cNvSpPr txBox="1"/>
          <p:nvPr/>
        </p:nvSpPr>
        <p:spPr>
          <a:xfrm>
            <a:off x="178050" y="4150675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65" name="Google Shape;465;p19" title="graph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0894" y="3513893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19" title="warning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5800" y="3329604"/>
            <a:ext cx="139875" cy="11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19" title="star6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61326" y="3522262"/>
            <a:ext cx="509399" cy="566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9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rot="-5400000">
            <a:off x="8712269" y="1802194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469" name="Google Shape;469;p19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-5400000">
            <a:off x="8712281" y="2018793"/>
            <a:ext cx="216600" cy="2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9"/>
          <p:cNvSpPr txBox="1"/>
          <p:nvPr/>
        </p:nvSpPr>
        <p:spPr>
          <a:xfrm>
            <a:off x="1807688" y="4856850"/>
            <a:ext cx="22050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COPYRIGHT BIT BY BIT CODING  © 2026. ALL RIGHTS RESERVED. ANY RESEMBLANCE TO ACTUAL PEOPLE, EVENTS, OR LOCALES IS PURE COINCIDENCE.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1" name="Google Shape;471;p19"/>
          <p:cNvSpPr txBox="1"/>
          <p:nvPr/>
        </p:nvSpPr>
        <p:spPr>
          <a:xfrm>
            <a:off x="5030713" y="4856850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2" name="Google Shape;472;p19" title="kick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-5400000">
            <a:off x="8386225" y="2831594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19" title="what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712375" y="223539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19" title="cloud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212744" y="401924"/>
            <a:ext cx="812165" cy="3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19" title="cloud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886913" y="174573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19" title="cloud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 flipH="1">
            <a:off x="2475433" y="188326"/>
            <a:ext cx="869517" cy="3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9"/>
          <p:cNvSpPr txBox="1"/>
          <p:nvPr/>
        </p:nvSpPr>
        <p:spPr>
          <a:xfrm>
            <a:off x="5390625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8" name="Google Shape;478;p19" title="compass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479" name="Google Shape;479;p19"/>
          <p:cNvSpPr txBox="1"/>
          <p:nvPr/>
        </p:nvSpPr>
        <p:spPr>
          <a:xfrm>
            <a:off x="1082400" y="671981"/>
            <a:ext cx="69792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Let’s try!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480" name="Google Shape;480;p19"/>
          <p:cNvGraphicFramePr/>
          <p:nvPr/>
        </p:nvGraphicFramePr>
        <p:xfrm>
          <a:off x="2159000" y="13019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0001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0011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0101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1000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1110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1101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1100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0100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14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13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1001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0000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0111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0010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1011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0110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1010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389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1111</a:t>
                      </a:r>
                      <a:endParaRPr b="1">
                        <a:solidFill>
                          <a:srgbClr val="00389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15</a:t>
                      </a:r>
                      <a:endParaRPr>
                        <a:solidFill>
                          <a:srgbClr val="62A2E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81" name="Google Shape;481;p19"/>
          <p:cNvSpPr/>
          <p:nvPr/>
        </p:nvSpPr>
        <p:spPr>
          <a:xfrm>
            <a:off x="2601550" y="1767250"/>
            <a:ext cx="311100" cy="286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9"/>
          <p:cNvSpPr/>
          <p:nvPr/>
        </p:nvSpPr>
        <p:spPr>
          <a:xfrm>
            <a:off x="6253825" y="1750125"/>
            <a:ext cx="311100" cy="286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3818975" y="1750125"/>
            <a:ext cx="311100" cy="286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5036400" y="1750125"/>
            <a:ext cx="311100" cy="286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9"/>
          <p:cNvSpPr/>
          <p:nvPr/>
        </p:nvSpPr>
        <p:spPr>
          <a:xfrm>
            <a:off x="2607250" y="2554438"/>
            <a:ext cx="311100" cy="286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6259525" y="2537313"/>
            <a:ext cx="311100" cy="286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3824675" y="2537313"/>
            <a:ext cx="311100" cy="286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5042100" y="2537313"/>
            <a:ext cx="311100" cy="286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2654775" y="3320613"/>
            <a:ext cx="311100" cy="286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9"/>
          <p:cNvSpPr/>
          <p:nvPr/>
        </p:nvSpPr>
        <p:spPr>
          <a:xfrm>
            <a:off x="6307050" y="3303488"/>
            <a:ext cx="311100" cy="286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"/>
          <p:cNvSpPr/>
          <p:nvPr/>
        </p:nvSpPr>
        <p:spPr>
          <a:xfrm>
            <a:off x="3872200" y="3303488"/>
            <a:ext cx="311100" cy="286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9"/>
          <p:cNvSpPr/>
          <p:nvPr/>
        </p:nvSpPr>
        <p:spPr>
          <a:xfrm>
            <a:off x="5089625" y="3303488"/>
            <a:ext cx="311100" cy="286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2590313" y="4097288"/>
            <a:ext cx="311100" cy="286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6242588" y="4080163"/>
            <a:ext cx="311100" cy="286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9"/>
          <p:cNvSpPr/>
          <p:nvPr/>
        </p:nvSpPr>
        <p:spPr>
          <a:xfrm>
            <a:off x="3807738" y="4080163"/>
            <a:ext cx="311100" cy="286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9"/>
          <p:cNvSpPr/>
          <p:nvPr/>
        </p:nvSpPr>
        <p:spPr>
          <a:xfrm>
            <a:off x="5025163" y="4080163"/>
            <a:ext cx="311100" cy="286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0"/>
          <p:cNvSpPr/>
          <p:nvPr/>
        </p:nvSpPr>
        <p:spPr>
          <a:xfrm>
            <a:off x="64650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2" name="Google Shape;502;p20" title="star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38275" y="-50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20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8303424" y="-434074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20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199996">
            <a:off x="7614825" y="-245413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20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58">
            <a:off x="8173384" y="703973"/>
            <a:ext cx="523101" cy="515052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20"/>
          <p:cNvSpPr txBox="1"/>
          <p:nvPr/>
        </p:nvSpPr>
        <p:spPr>
          <a:xfrm rot="5400000">
            <a:off x="-98475" y="20950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507" name="Google Shape;507;p20" title="code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900" y="4430467"/>
            <a:ext cx="1177101" cy="460883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0"/>
          <p:cNvSpPr txBox="1"/>
          <p:nvPr/>
        </p:nvSpPr>
        <p:spPr>
          <a:xfrm rot="-5400000">
            <a:off x="8371975" y="1148713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509" name="Google Shape;509;p20" title="stars4.png"/>
          <p:cNvPicPr preferRelativeResize="0"/>
          <p:nvPr/>
        </p:nvPicPr>
        <p:blipFill rotWithShape="1">
          <a:blip r:embed="rId6">
            <a:alphaModFix/>
          </a:blip>
          <a:srcRect b="0" l="0" r="48597" t="0"/>
          <a:stretch/>
        </p:blipFill>
        <p:spPr>
          <a:xfrm>
            <a:off x="102074" y="106632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20" title="star3 - Copy.png"/>
          <p:cNvPicPr preferRelativeResize="0"/>
          <p:nvPr/>
        </p:nvPicPr>
        <p:blipFill rotWithShape="1">
          <a:blip r:embed="rId7">
            <a:alphaModFix/>
          </a:blip>
          <a:srcRect b="0" l="0" r="51719" t="0"/>
          <a:stretch/>
        </p:blipFill>
        <p:spPr>
          <a:xfrm rot="5400000">
            <a:off x="468063" y="1218306"/>
            <a:ext cx="478874" cy="5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20" title="star3 - Copy.png"/>
          <p:cNvPicPr preferRelativeResize="0"/>
          <p:nvPr/>
        </p:nvPicPr>
        <p:blipFill rotWithShape="1">
          <a:blip r:embed="rId7">
            <a:alphaModFix/>
          </a:blip>
          <a:srcRect b="0" l="51719" r="0" t="0"/>
          <a:stretch/>
        </p:blipFill>
        <p:spPr>
          <a:xfrm rot="5400000">
            <a:off x="-18937" y="1411581"/>
            <a:ext cx="478874" cy="5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20" title="Blue-loading-icon-design-illustration-on-transparent-background-PN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18725" y="4698455"/>
            <a:ext cx="216602" cy="216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20" title="star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 rot="10800000">
            <a:off x="8058825" y="4019625"/>
            <a:ext cx="866224" cy="8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20" title="plante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0926" y="4150675"/>
            <a:ext cx="715717" cy="5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20" title="modulatio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7476723" y="4604824"/>
            <a:ext cx="509400" cy="286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6" name="Google Shape;516;p20"/>
          <p:cNvCxnSpPr/>
          <p:nvPr/>
        </p:nvCxnSpPr>
        <p:spPr>
          <a:xfrm>
            <a:off x="229431" y="2759375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7" name="Google Shape;517;p20"/>
          <p:cNvSpPr txBox="1"/>
          <p:nvPr/>
        </p:nvSpPr>
        <p:spPr>
          <a:xfrm>
            <a:off x="178050" y="4150675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18" name="Google Shape;518;p20" title="graph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0894" y="3513893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20" title="warning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5800" y="3329604"/>
            <a:ext cx="139875" cy="11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20" title="star6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61326" y="3522262"/>
            <a:ext cx="509399" cy="566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20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rot="-5400000">
            <a:off x="8712269" y="1802194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522" name="Google Shape;522;p20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-5400000">
            <a:off x="8712281" y="2018793"/>
            <a:ext cx="216600" cy="2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20"/>
          <p:cNvSpPr txBox="1"/>
          <p:nvPr/>
        </p:nvSpPr>
        <p:spPr>
          <a:xfrm>
            <a:off x="1807688" y="4856850"/>
            <a:ext cx="22050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COPYRIGHT BIT BY BIT CODING  © 2026. ALL RIGHTS RESERVED. ANY RESEMBLANCE TO ACTUAL PEOPLE, EVENTS, OR LOCALES IS PURE COINCIDENCE.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4" name="Google Shape;524;p20"/>
          <p:cNvSpPr txBox="1"/>
          <p:nvPr/>
        </p:nvSpPr>
        <p:spPr>
          <a:xfrm>
            <a:off x="5030713" y="4856850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25" name="Google Shape;525;p20" title="kick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-5400000">
            <a:off x="8386225" y="2831594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20" title="what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712375" y="223539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20" title="cloud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212744" y="401924"/>
            <a:ext cx="812165" cy="3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20" title="cloud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886913" y="174573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0" title="cloud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 flipH="1">
            <a:off x="2475433" y="188326"/>
            <a:ext cx="869517" cy="3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0"/>
          <p:cNvSpPr txBox="1"/>
          <p:nvPr/>
        </p:nvSpPr>
        <p:spPr>
          <a:xfrm>
            <a:off x="5390625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31" name="Google Shape;531;p20" title="compass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532" name="Google Shape;532;p20"/>
          <p:cNvSpPr/>
          <p:nvPr/>
        </p:nvSpPr>
        <p:spPr>
          <a:xfrm>
            <a:off x="891088" y="28485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0"/>
          <p:cNvSpPr/>
          <p:nvPr/>
        </p:nvSpPr>
        <p:spPr>
          <a:xfrm>
            <a:off x="4732754" y="28485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0"/>
          <p:cNvSpPr/>
          <p:nvPr/>
        </p:nvSpPr>
        <p:spPr>
          <a:xfrm>
            <a:off x="2811921" y="28689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0"/>
          <p:cNvSpPr/>
          <p:nvPr/>
        </p:nvSpPr>
        <p:spPr>
          <a:xfrm>
            <a:off x="6653600" y="7783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0"/>
          <p:cNvSpPr/>
          <p:nvPr/>
        </p:nvSpPr>
        <p:spPr>
          <a:xfrm>
            <a:off x="4732767" y="7579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0"/>
          <p:cNvSpPr/>
          <p:nvPr/>
        </p:nvSpPr>
        <p:spPr>
          <a:xfrm>
            <a:off x="2811933" y="7783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0"/>
          <p:cNvSpPr/>
          <p:nvPr/>
        </p:nvSpPr>
        <p:spPr>
          <a:xfrm>
            <a:off x="891100" y="7579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9" name="Google Shape;539;p20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540" name="Google Shape;540;p20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20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42" name="Google Shape;542;p20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543" name="Google Shape;543;p20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0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545" name="Google Shape;545;p20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20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47" name="Google Shape;547;p20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548" name="Google Shape;548;p20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9" name="Google Shape;549;p20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550" name="Google Shape;550;p20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20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" name="Google Shape;552;p20"/>
          <p:cNvSpPr txBox="1"/>
          <p:nvPr/>
        </p:nvSpPr>
        <p:spPr>
          <a:xfrm>
            <a:off x="390275" y="228625"/>
            <a:ext cx="69792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secret behind the trick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553" name="Google Shape;553;p20"/>
          <p:cNvGraphicFramePr/>
          <p:nvPr/>
        </p:nvGraphicFramePr>
        <p:xfrm>
          <a:off x="990734" y="85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4" name="Google Shape;554;p20"/>
          <p:cNvGraphicFramePr/>
          <p:nvPr/>
        </p:nvGraphicFramePr>
        <p:xfrm>
          <a:off x="990734" y="305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5" name="Google Shape;555;p20"/>
          <p:cNvGraphicFramePr/>
          <p:nvPr/>
        </p:nvGraphicFramePr>
        <p:xfrm>
          <a:off x="2894516" y="879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6" name="Google Shape;556;p20"/>
          <p:cNvGraphicFramePr/>
          <p:nvPr/>
        </p:nvGraphicFramePr>
        <p:xfrm>
          <a:off x="2911578" y="3183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7" name="Google Shape;557;p20"/>
          <p:cNvGraphicFramePr/>
          <p:nvPr/>
        </p:nvGraphicFramePr>
        <p:xfrm>
          <a:off x="4832425" y="965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8" name="Google Shape;558;p20"/>
          <p:cNvGraphicFramePr/>
          <p:nvPr/>
        </p:nvGraphicFramePr>
        <p:xfrm>
          <a:off x="4824162" y="316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9" name="Google Shape;559;p20"/>
          <p:cNvGraphicFramePr/>
          <p:nvPr/>
        </p:nvGraphicFramePr>
        <p:xfrm>
          <a:off x="6753218" y="9862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0" name="Google Shape;560;p20"/>
          <p:cNvSpPr txBox="1"/>
          <p:nvPr/>
        </p:nvSpPr>
        <p:spPr>
          <a:xfrm>
            <a:off x="6673425" y="2759375"/>
            <a:ext cx="15993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Each card is a binary number!</a:t>
            </a:r>
            <a:endParaRPr sz="18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Let’s try 67 🤣😭🙏</a:t>
            </a:r>
            <a:endParaRPr sz="18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1"/>
          <p:cNvSpPr/>
          <p:nvPr/>
        </p:nvSpPr>
        <p:spPr>
          <a:xfrm>
            <a:off x="64650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6" name="Google Shape;566;p21" title="star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38275" y="-50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21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8303424" y="-434074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21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199996">
            <a:off x="7614825" y="-245413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1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58">
            <a:off x="8173384" y="703973"/>
            <a:ext cx="523101" cy="515052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21"/>
          <p:cNvSpPr txBox="1"/>
          <p:nvPr/>
        </p:nvSpPr>
        <p:spPr>
          <a:xfrm rot="5400000">
            <a:off x="-98475" y="20950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571" name="Google Shape;571;p21" title="code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900" y="4430467"/>
            <a:ext cx="1177101" cy="460883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1"/>
          <p:cNvSpPr txBox="1"/>
          <p:nvPr/>
        </p:nvSpPr>
        <p:spPr>
          <a:xfrm rot="-5400000">
            <a:off x="8371975" y="1148713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573" name="Google Shape;573;p21" title="stars4.png"/>
          <p:cNvPicPr preferRelativeResize="0"/>
          <p:nvPr/>
        </p:nvPicPr>
        <p:blipFill rotWithShape="1">
          <a:blip r:embed="rId6">
            <a:alphaModFix/>
          </a:blip>
          <a:srcRect b="0" l="0" r="48597" t="0"/>
          <a:stretch/>
        </p:blipFill>
        <p:spPr>
          <a:xfrm>
            <a:off x="102074" y="106632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21" title="star3 - Copy.png"/>
          <p:cNvPicPr preferRelativeResize="0"/>
          <p:nvPr/>
        </p:nvPicPr>
        <p:blipFill rotWithShape="1">
          <a:blip r:embed="rId7">
            <a:alphaModFix/>
          </a:blip>
          <a:srcRect b="0" l="0" r="51719" t="0"/>
          <a:stretch/>
        </p:blipFill>
        <p:spPr>
          <a:xfrm rot="5400000">
            <a:off x="468063" y="1218306"/>
            <a:ext cx="478874" cy="5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21" title="star3 - Copy.png"/>
          <p:cNvPicPr preferRelativeResize="0"/>
          <p:nvPr/>
        </p:nvPicPr>
        <p:blipFill rotWithShape="1">
          <a:blip r:embed="rId7">
            <a:alphaModFix/>
          </a:blip>
          <a:srcRect b="0" l="51719" r="0" t="0"/>
          <a:stretch/>
        </p:blipFill>
        <p:spPr>
          <a:xfrm rot="5400000">
            <a:off x="-18937" y="1411581"/>
            <a:ext cx="478874" cy="5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21" title="Blue-loading-icon-design-illustration-on-transparent-background-PN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18725" y="4698455"/>
            <a:ext cx="216602" cy="216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21" title="star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 rot="10800000">
            <a:off x="8058825" y="4019625"/>
            <a:ext cx="866224" cy="8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21" title="plante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0926" y="4150675"/>
            <a:ext cx="715717" cy="5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21" title="modulatio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7476723" y="4604824"/>
            <a:ext cx="509400" cy="286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0" name="Google Shape;580;p21"/>
          <p:cNvCxnSpPr/>
          <p:nvPr/>
        </p:nvCxnSpPr>
        <p:spPr>
          <a:xfrm>
            <a:off x="229431" y="2759375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" name="Google Shape;581;p21"/>
          <p:cNvSpPr txBox="1"/>
          <p:nvPr/>
        </p:nvSpPr>
        <p:spPr>
          <a:xfrm>
            <a:off x="178050" y="4150675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82" name="Google Shape;582;p21" title="graph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0894" y="3513893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21" title="warning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5800" y="3329604"/>
            <a:ext cx="139875" cy="11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21" title="star6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61326" y="3522262"/>
            <a:ext cx="509399" cy="566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21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rot="-5400000">
            <a:off x="8712269" y="1802194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586" name="Google Shape;586;p21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-5400000">
            <a:off x="8712281" y="2018793"/>
            <a:ext cx="216600" cy="2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1"/>
          <p:cNvSpPr txBox="1"/>
          <p:nvPr/>
        </p:nvSpPr>
        <p:spPr>
          <a:xfrm>
            <a:off x="1807688" y="4856850"/>
            <a:ext cx="22050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COPYRIGHT BIT BY BIT CODING  © 2026. ALL RIGHTS RESERVED. ANY RESEMBLANCE TO ACTUAL PEOPLE, EVENTS, OR LOCALES IS PURE COINCIDENCE.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Google Shape;588;p21"/>
          <p:cNvSpPr txBox="1"/>
          <p:nvPr/>
        </p:nvSpPr>
        <p:spPr>
          <a:xfrm>
            <a:off x="5030713" y="4856850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89" name="Google Shape;589;p21" title="kick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-5400000">
            <a:off x="8386225" y="2831594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21" title="what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712375" y="223539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21" title="cloud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212744" y="401924"/>
            <a:ext cx="812165" cy="3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21" title="cloud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886913" y="174573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21" title="cloud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 flipH="1">
            <a:off x="2475433" y="188326"/>
            <a:ext cx="869517" cy="3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21"/>
          <p:cNvSpPr txBox="1"/>
          <p:nvPr/>
        </p:nvSpPr>
        <p:spPr>
          <a:xfrm>
            <a:off x="5390625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5" name="Google Shape;595;p21" title="compass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596" name="Google Shape;596;p21"/>
          <p:cNvSpPr/>
          <p:nvPr/>
        </p:nvSpPr>
        <p:spPr>
          <a:xfrm>
            <a:off x="891088" y="28485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1"/>
          <p:cNvSpPr/>
          <p:nvPr/>
        </p:nvSpPr>
        <p:spPr>
          <a:xfrm>
            <a:off x="4732754" y="28485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0038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1"/>
          <p:cNvSpPr/>
          <p:nvPr/>
        </p:nvSpPr>
        <p:spPr>
          <a:xfrm>
            <a:off x="2811921" y="28689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1"/>
          <p:cNvSpPr/>
          <p:nvPr/>
        </p:nvSpPr>
        <p:spPr>
          <a:xfrm>
            <a:off x="6653600" y="7783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1"/>
          <p:cNvSpPr/>
          <p:nvPr/>
        </p:nvSpPr>
        <p:spPr>
          <a:xfrm>
            <a:off x="4732767" y="7579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1"/>
          <p:cNvSpPr/>
          <p:nvPr/>
        </p:nvSpPr>
        <p:spPr>
          <a:xfrm>
            <a:off x="2811933" y="7783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0038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89D"/>
              </a:solidFill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891100" y="7579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0038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3" name="Google Shape;603;p21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604" name="Google Shape;604;p21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5" name="Google Shape;605;p21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6" name="Google Shape;606;p21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607" name="Google Shape;607;p21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8" name="Google Shape;608;p21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09" name="Google Shape;609;p21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21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11" name="Google Shape;611;p21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612" name="Google Shape;612;p21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3" name="Google Shape;613;p21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14" name="Google Shape;614;p21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21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6" name="Google Shape;616;p21"/>
          <p:cNvSpPr txBox="1"/>
          <p:nvPr/>
        </p:nvSpPr>
        <p:spPr>
          <a:xfrm>
            <a:off x="390275" y="228625"/>
            <a:ext cx="69792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secret behind the trick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617" name="Google Shape;617;p21"/>
          <p:cNvGraphicFramePr/>
          <p:nvPr/>
        </p:nvGraphicFramePr>
        <p:xfrm>
          <a:off x="990734" y="85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8" name="Google Shape;618;p21"/>
          <p:cNvGraphicFramePr/>
          <p:nvPr/>
        </p:nvGraphicFramePr>
        <p:xfrm>
          <a:off x="990734" y="305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9" name="Google Shape;619;p21"/>
          <p:cNvGraphicFramePr/>
          <p:nvPr/>
        </p:nvGraphicFramePr>
        <p:xfrm>
          <a:off x="2894516" y="879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20" name="Google Shape;620;p21"/>
          <p:cNvGraphicFramePr/>
          <p:nvPr/>
        </p:nvGraphicFramePr>
        <p:xfrm>
          <a:off x="2911578" y="3183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21" name="Google Shape;621;p21"/>
          <p:cNvGraphicFramePr/>
          <p:nvPr/>
        </p:nvGraphicFramePr>
        <p:xfrm>
          <a:off x="4832425" y="965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22" name="Google Shape;622;p21"/>
          <p:cNvGraphicFramePr/>
          <p:nvPr/>
        </p:nvGraphicFramePr>
        <p:xfrm>
          <a:off x="4824162" y="316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72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96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389D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389D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389D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389D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23" name="Google Shape;623;p21"/>
          <p:cNvGraphicFramePr/>
          <p:nvPr/>
        </p:nvGraphicFramePr>
        <p:xfrm>
          <a:off x="6753218" y="9862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4" name="Google Shape;624;p21"/>
          <p:cNvSpPr/>
          <p:nvPr/>
        </p:nvSpPr>
        <p:spPr>
          <a:xfrm>
            <a:off x="891100" y="7579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25" name="Google Shape;625;p21"/>
          <p:cNvGraphicFramePr/>
          <p:nvPr/>
        </p:nvGraphicFramePr>
        <p:xfrm>
          <a:off x="990734" y="85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6" name="Google Shape;626;p21"/>
          <p:cNvSpPr/>
          <p:nvPr/>
        </p:nvSpPr>
        <p:spPr>
          <a:xfrm>
            <a:off x="2811933" y="77830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27" name="Google Shape;627;p21"/>
          <p:cNvGraphicFramePr/>
          <p:nvPr/>
        </p:nvGraphicFramePr>
        <p:xfrm>
          <a:off x="2894516" y="879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8" name="Google Shape;628;p21"/>
          <p:cNvSpPr/>
          <p:nvPr/>
        </p:nvSpPr>
        <p:spPr>
          <a:xfrm>
            <a:off x="4732754" y="2848550"/>
            <a:ext cx="1599300" cy="1922100"/>
          </a:xfrm>
          <a:prstGeom prst="roundRect">
            <a:avLst>
              <a:gd fmla="val 10292" name="adj"/>
            </a:avLst>
          </a:prstGeom>
          <a:solidFill>
            <a:srgbClr val="FCFCFC"/>
          </a:solidFill>
          <a:ln cap="flat" cmpd="sng" w="19050">
            <a:solidFill>
              <a:srgbClr val="62A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29" name="Google Shape;629;p21"/>
          <p:cNvGraphicFramePr/>
          <p:nvPr/>
        </p:nvGraphicFramePr>
        <p:xfrm>
          <a:off x="4824162" y="316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2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93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94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95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96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97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98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99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0" name="Google Shape;630;p21"/>
          <p:cNvSpPr txBox="1"/>
          <p:nvPr/>
        </p:nvSpPr>
        <p:spPr>
          <a:xfrm>
            <a:off x="6753225" y="2773100"/>
            <a:ext cx="14688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1000011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2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2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Decimal to binary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637" name="Google Shape;637;p22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638" name="Google Shape;638;p22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9" name="Google Shape;639;p22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0" name="Google Shape;640;p22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641" name="Google Shape;641;p22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" name="Google Shape;642;p22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43" name="Google Shape;643;p22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22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45" name="Google Shape;645;p22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646" name="Google Shape;646;p22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22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48" name="Google Shape;648;p22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22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0" name="Google Shape;650;p22"/>
          <p:cNvSpPr txBox="1"/>
          <p:nvPr/>
        </p:nvSpPr>
        <p:spPr>
          <a:xfrm>
            <a:off x="519775" y="732665"/>
            <a:ext cx="55734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Divide by 2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Write down the remainder on one side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Continue dividing the result until the number is zero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Reverse the remainders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1" name="Google Shape;651;p22"/>
          <p:cNvSpPr txBox="1"/>
          <p:nvPr/>
        </p:nvSpPr>
        <p:spPr>
          <a:xfrm>
            <a:off x="402625" y="61299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52" name="Google Shape;652;p22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22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22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22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22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22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22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2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22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22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22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22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22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22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22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824799" y="40420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22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22"/>
          <p:cNvSpPr txBox="1"/>
          <p:nvPr/>
        </p:nvSpPr>
        <p:spPr>
          <a:xfrm>
            <a:off x="7086300" y="44024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669" name="Google Shape;669;p22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670" name="Google Shape;670;p22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71" name="Google Shape;671;p22" title="graph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0832" y="4254568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22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4876" y="4647476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673" name="Google Shape;673;p22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28276" y="4647488"/>
            <a:ext cx="216600" cy="2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22" title="wha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400000">
            <a:off x="1011774" y="4647582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5" name="Google Shape;675;p22"/>
          <p:cNvGrpSpPr/>
          <p:nvPr/>
        </p:nvGrpSpPr>
        <p:grpSpPr>
          <a:xfrm rot="1799192">
            <a:off x="1146549" y="4122827"/>
            <a:ext cx="437477" cy="427097"/>
            <a:chOff x="3168538" y="1201592"/>
            <a:chExt cx="2806800" cy="2740200"/>
          </a:xfrm>
        </p:grpSpPr>
        <p:sp>
          <p:nvSpPr>
            <p:cNvPr id="676" name="Google Shape;676;p22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677" name="Google Shape;677;p22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678" name="Google Shape;678;p22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679" name="Google Shape;679;p22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</p:grpSp>
      <p:grpSp>
        <p:nvGrpSpPr>
          <p:cNvPr id="680" name="Google Shape;680;p22"/>
          <p:cNvGrpSpPr/>
          <p:nvPr/>
        </p:nvGrpSpPr>
        <p:grpSpPr>
          <a:xfrm rot="5400000">
            <a:off x="1247073" y="4220881"/>
            <a:ext cx="235771" cy="230451"/>
            <a:chOff x="3168538" y="1201592"/>
            <a:chExt cx="2806800" cy="2740200"/>
          </a:xfrm>
        </p:grpSpPr>
        <p:sp>
          <p:nvSpPr>
            <p:cNvPr id="681" name="Google Shape;681;p22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682" name="Google Shape;682;p22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683" name="Google Shape;683;p22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684" name="Google Shape;684;p22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</p:grpSp>
      <p:cxnSp>
        <p:nvCxnSpPr>
          <p:cNvPr id="685" name="Google Shape;685;p22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6" name="Google Shape;686;p22"/>
          <p:cNvSpPr txBox="1"/>
          <p:nvPr/>
        </p:nvSpPr>
        <p:spPr>
          <a:xfrm>
            <a:off x="178050" y="3955442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87" name="Google Shape;687;p22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1287" y="3531382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22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731" y="3675276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22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8175" y="3819170"/>
            <a:ext cx="339087" cy="2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22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Google Shape;691;p22"/>
          <p:cNvSpPr txBox="1"/>
          <p:nvPr/>
        </p:nvSpPr>
        <p:spPr>
          <a:xfrm>
            <a:off x="402613" y="92529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92" name="Google Shape;692;p22"/>
          <p:cNvSpPr txBox="1"/>
          <p:nvPr/>
        </p:nvSpPr>
        <p:spPr>
          <a:xfrm>
            <a:off x="402613" y="1239828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693" name="Google Shape;693;p22"/>
          <p:cNvGraphicFramePr/>
          <p:nvPr/>
        </p:nvGraphicFramePr>
        <p:xfrm>
          <a:off x="3684775" y="2006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954950"/>
                <a:gridCol w="954950"/>
                <a:gridCol w="954950"/>
              </a:tblGrid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Decimal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Quotient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Remainder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135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135/2 = 67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67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67/2 = 33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33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33/2 = 16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16/2 = 8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8/2 = 4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4/2 = 2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2/2 = 1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1/2 = 0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694" name="Google Shape;694;p22"/>
          <p:cNvSpPr/>
          <p:nvPr/>
        </p:nvSpPr>
        <p:spPr>
          <a:xfrm>
            <a:off x="4669575" y="23438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2"/>
          <p:cNvSpPr/>
          <p:nvPr/>
        </p:nvSpPr>
        <p:spPr>
          <a:xfrm>
            <a:off x="4669575" y="26489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2"/>
          <p:cNvSpPr/>
          <p:nvPr/>
        </p:nvSpPr>
        <p:spPr>
          <a:xfrm>
            <a:off x="4669575" y="29540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2"/>
          <p:cNvSpPr/>
          <p:nvPr/>
        </p:nvSpPr>
        <p:spPr>
          <a:xfrm>
            <a:off x="4669575" y="32591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2"/>
          <p:cNvSpPr/>
          <p:nvPr/>
        </p:nvSpPr>
        <p:spPr>
          <a:xfrm>
            <a:off x="4669575" y="35642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2"/>
          <p:cNvSpPr/>
          <p:nvPr/>
        </p:nvSpPr>
        <p:spPr>
          <a:xfrm>
            <a:off x="4669575" y="38693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2"/>
          <p:cNvSpPr/>
          <p:nvPr/>
        </p:nvSpPr>
        <p:spPr>
          <a:xfrm>
            <a:off x="4669575" y="41744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2"/>
          <p:cNvSpPr/>
          <p:nvPr/>
        </p:nvSpPr>
        <p:spPr>
          <a:xfrm>
            <a:off x="4669575" y="44795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2"/>
          <p:cNvSpPr/>
          <p:nvPr/>
        </p:nvSpPr>
        <p:spPr>
          <a:xfrm>
            <a:off x="5617238" y="23438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2"/>
          <p:cNvSpPr/>
          <p:nvPr/>
        </p:nvSpPr>
        <p:spPr>
          <a:xfrm>
            <a:off x="5617238" y="26489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2"/>
          <p:cNvSpPr/>
          <p:nvPr/>
        </p:nvSpPr>
        <p:spPr>
          <a:xfrm>
            <a:off x="5617238" y="29540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2"/>
          <p:cNvSpPr/>
          <p:nvPr/>
        </p:nvSpPr>
        <p:spPr>
          <a:xfrm>
            <a:off x="5617238" y="32591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2"/>
          <p:cNvSpPr/>
          <p:nvPr/>
        </p:nvSpPr>
        <p:spPr>
          <a:xfrm>
            <a:off x="5617238" y="35642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2"/>
          <p:cNvSpPr/>
          <p:nvPr/>
        </p:nvSpPr>
        <p:spPr>
          <a:xfrm>
            <a:off x="5617238" y="38693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2"/>
          <p:cNvSpPr/>
          <p:nvPr/>
        </p:nvSpPr>
        <p:spPr>
          <a:xfrm>
            <a:off x="5617238" y="41744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2"/>
          <p:cNvSpPr/>
          <p:nvPr/>
        </p:nvSpPr>
        <p:spPr>
          <a:xfrm>
            <a:off x="5617238" y="44795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2"/>
          <p:cNvSpPr txBox="1"/>
          <p:nvPr/>
        </p:nvSpPr>
        <p:spPr>
          <a:xfrm>
            <a:off x="402613" y="1882528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11" name="Google Shape;711;p22"/>
          <p:cNvSpPr txBox="1"/>
          <p:nvPr/>
        </p:nvSpPr>
        <p:spPr>
          <a:xfrm>
            <a:off x="759825" y="2351825"/>
            <a:ext cx="44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135 = 10000111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2" name="Google Shape;712;p22"/>
          <p:cNvSpPr txBox="1"/>
          <p:nvPr/>
        </p:nvSpPr>
        <p:spPr>
          <a:xfrm>
            <a:off x="402613" y="2228328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13" name="Google Shape;713;p22"/>
          <p:cNvSpPr/>
          <p:nvPr/>
        </p:nvSpPr>
        <p:spPr>
          <a:xfrm>
            <a:off x="3738875" y="26489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2"/>
          <p:cNvSpPr/>
          <p:nvPr/>
        </p:nvSpPr>
        <p:spPr>
          <a:xfrm>
            <a:off x="3721900" y="29923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2"/>
          <p:cNvSpPr/>
          <p:nvPr/>
        </p:nvSpPr>
        <p:spPr>
          <a:xfrm>
            <a:off x="3738875" y="32591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2"/>
          <p:cNvSpPr/>
          <p:nvPr/>
        </p:nvSpPr>
        <p:spPr>
          <a:xfrm>
            <a:off x="3721900" y="357457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2"/>
          <p:cNvSpPr/>
          <p:nvPr/>
        </p:nvSpPr>
        <p:spPr>
          <a:xfrm>
            <a:off x="3738875" y="38900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2"/>
          <p:cNvSpPr/>
          <p:nvPr/>
        </p:nvSpPr>
        <p:spPr>
          <a:xfrm>
            <a:off x="3721900" y="420547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2"/>
          <p:cNvSpPr/>
          <p:nvPr/>
        </p:nvSpPr>
        <p:spPr>
          <a:xfrm>
            <a:off x="3738875" y="45002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3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25" name="Google Shape;725;p23"/>
          <p:cNvGraphicFramePr/>
          <p:nvPr/>
        </p:nvGraphicFramePr>
        <p:xfrm>
          <a:off x="818825" y="1987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</a:tblGrid>
              <a:tr h="31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</a:tr>
              <a:tr h="31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726" name="Google Shape;726;p23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Hexadecimal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727" name="Google Shape;727;p23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728" name="Google Shape;728;p23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9" name="Google Shape;729;p23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30" name="Google Shape;730;p23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731" name="Google Shape;731;p23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2" name="Google Shape;732;p23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733" name="Google Shape;733;p23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23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35" name="Google Shape;735;p23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736" name="Google Shape;736;p23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" name="Google Shape;737;p23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738" name="Google Shape;738;p23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23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0" name="Google Shape;740;p23"/>
          <p:cNvSpPr txBox="1"/>
          <p:nvPr/>
        </p:nvSpPr>
        <p:spPr>
          <a:xfrm>
            <a:off x="519775" y="732665"/>
            <a:ext cx="55734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Hexadecimal uses bases of 16 instead of 2 or 10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Used in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hex codes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and MAC addresses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1" name="Google Shape;741;p23"/>
          <p:cNvSpPr txBox="1"/>
          <p:nvPr/>
        </p:nvSpPr>
        <p:spPr>
          <a:xfrm>
            <a:off x="402625" y="61299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42" name="Google Shape;742;p23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23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23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23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23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23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23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23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23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23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23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23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23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23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23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824799" y="40420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23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23"/>
          <p:cNvSpPr txBox="1"/>
          <p:nvPr/>
        </p:nvSpPr>
        <p:spPr>
          <a:xfrm>
            <a:off x="7086300" y="44024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759" name="Google Shape;759;p23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760" name="Google Shape;760;p23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61" name="Google Shape;761;p23" title="graph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0832" y="4254568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23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4876" y="4647476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763" name="Google Shape;763;p23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28276" y="4647488"/>
            <a:ext cx="216600" cy="2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23" title="wha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400000">
            <a:off x="1011774" y="4647582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5" name="Google Shape;765;p23"/>
          <p:cNvGrpSpPr/>
          <p:nvPr/>
        </p:nvGrpSpPr>
        <p:grpSpPr>
          <a:xfrm rot="1799192">
            <a:off x="1146549" y="4122827"/>
            <a:ext cx="437477" cy="427097"/>
            <a:chOff x="3168538" y="1201592"/>
            <a:chExt cx="2806800" cy="2740200"/>
          </a:xfrm>
        </p:grpSpPr>
        <p:sp>
          <p:nvSpPr>
            <p:cNvPr id="766" name="Google Shape;766;p23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767" name="Google Shape;767;p23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768" name="Google Shape;768;p23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769" name="Google Shape;769;p23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</p:grpSp>
      <p:grpSp>
        <p:nvGrpSpPr>
          <p:cNvPr id="770" name="Google Shape;770;p23"/>
          <p:cNvGrpSpPr/>
          <p:nvPr/>
        </p:nvGrpSpPr>
        <p:grpSpPr>
          <a:xfrm rot="5400000">
            <a:off x="1247073" y="4220881"/>
            <a:ext cx="235771" cy="230451"/>
            <a:chOff x="3168538" y="1201592"/>
            <a:chExt cx="2806800" cy="2740200"/>
          </a:xfrm>
        </p:grpSpPr>
        <p:sp>
          <p:nvSpPr>
            <p:cNvPr id="771" name="Google Shape;771;p23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772" name="Google Shape;772;p23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773" name="Google Shape;773;p23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774" name="Google Shape;774;p23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</p:grpSp>
      <p:cxnSp>
        <p:nvCxnSpPr>
          <p:cNvPr id="775" name="Google Shape;775;p23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6" name="Google Shape;776;p23"/>
          <p:cNvSpPr txBox="1"/>
          <p:nvPr/>
        </p:nvSpPr>
        <p:spPr>
          <a:xfrm>
            <a:off x="178050" y="3955442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77" name="Google Shape;777;p23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1287" y="3531382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23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731" y="3675276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23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8175" y="3819170"/>
            <a:ext cx="339087" cy="2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23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1" name="Google Shape;781;p23"/>
          <p:cNvSpPr txBox="1"/>
          <p:nvPr/>
        </p:nvSpPr>
        <p:spPr>
          <a:xfrm>
            <a:off x="402613" y="1239828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782" name="Google Shape;782;p23"/>
          <p:cNvGraphicFramePr/>
          <p:nvPr/>
        </p:nvGraphicFramePr>
        <p:xfrm>
          <a:off x="816863" y="263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1115500"/>
                <a:gridCol w="1115500"/>
                <a:gridCol w="1115500"/>
                <a:gridCol w="1115500"/>
                <a:gridCol w="1115500"/>
              </a:tblGrid>
              <a:tr h="30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#FF0000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#00FF00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#0000FF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#FFFFFF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#000000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83" name="Google Shape;783;p23"/>
          <p:cNvSpPr txBox="1"/>
          <p:nvPr/>
        </p:nvSpPr>
        <p:spPr>
          <a:xfrm>
            <a:off x="1344213" y="344162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#</a:t>
            </a:r>
            <a:r>
              <a:rPr lang="en" sz="2400">
                <a:solidFill>
                  <a:srgbClr val="FF000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FF</a:t>
            </a:r>
            <a:r>
              <a:rPr lang="en" sz="2400">
                <a:solidFill>
                  <a:srgbClr val="00FF0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EE</a:t>
            </a:r>
            <a:r>
              <a:rPr lang="en" sz="2400">
                <a:solidFill>
                  <a:srgbClr val="0000F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CC</a:t>
            </a:r>
            <a:endParaRPr sz="2400">
              <a:solidFill>
                <a:srgbClr val="0000F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cxnSp>
        <p:nvCxnSpPr>
          <p:cNvPr id="784" name="Google Shape;784;p23"/>
          <p:cNvCxnSpPr/>
          <p:nvPr/>
        </p:nvCxnSpPr>
        <p:spPr>
          <a:xfrm>
            <a:off x="1806050" y="3860450"/>
            <a:ext cx="133800" cy="499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5" name="Google Shape;785;p23"/>
          <p:cNvSpPr txBox="1"/>
          <p:nvPr/>
        </p:nvSpPr>
        <p:spPr>
          <a:xfrm>
            <a:off x="1932375" y="4355425"/>
            <a:ext cx="65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Red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86" name="Google Shape;786;p23"/>
          <p:cNvCxnSpPr/>
          <p:nvPr/>
        </p:nvCxnSpPr>
        <p:spPr>
          <a:xfrm>
            <a:off x="2204250" y="3876675"/>
            <a:ext cx="474000" cy="4740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7" name="Google Shape;787;p23"/>
          <p:cNvSpPr txBox="1"/>
          <p:nvPr/>
        </p:nvSpPr>
        <p:spPr>
          <a:xfrm>
            <a:off x="2678250" y="4342125"/>
            <a:ext cx="96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Green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88" name="Google Shape;788;p23"/>
          <p:cNvCxnSpPr/>
          <p:nvPr/>
        </p:nvCxnSpPr>
        <p:spPr>
          <a:xfrm>
            <a:off x="2709875" y="3860000"/>
            <a:ext cx="1014300" cy="457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9" name="Google Shape;789;p23"/>
          <p:cNvSpPr txBox="1"/>
          <p:nvPr/>
        </p:nvSpPr>
        <p:spPr>
          <a:xfrm>
            <a:off x="3714500" y="4317200"/>
            <a:ext cx="96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Blue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4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95" name="Google Shape;795;p24"/>
          <p:cNvGraphicFramePr/>
          <p:nvPr/>
        </p:nvGraphicFramePr>
        <p:xfrm>
          <a:off x="451238" y="146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</a:tblGrid>
              <a:tr h="31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</a:tr>
              <a:tr h="31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796" name="Google Shape;796;p24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Hexadecimal to decimal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797" name="Google Shape;797;p24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798" name="Google Shape;798;p24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p24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0" name="Google Shape;800;p24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801" name="Google Shape;801;p24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" name="Google Shape;802;p24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03" name="Google Shape;803;p24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24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5" name="Google Shape;805;p24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806" name="Google Shape;806;p24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7" name="Google Shape;807;p24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08" name="Google Shape;808;p24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9" name="Google Shape;809;p24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0" name="Google Shape;810;p24"/>
          <p:cNvSpPr txBox="1"/>
          <p:nvPr/>
        </p:nvSpPr>
        <p:spPr>
          <a:xfrm>
            <a:off x="519775" y="732665"/>
            <a:ext cx="5573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Start from right to left, with each power of 16 increasing by 1 for every digit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24"/>
          <p:cNvSpPr txBox="1"/>
          <p:nvPr/>
        </p:nvSpPr>
        <p:spPr>
          <a:xfrm>
            <a:off x="402625" y="61299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12" name="Google Shape;812;p24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24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24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24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24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24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24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24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24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24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24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24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24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24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24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824799" y="40420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24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24"/>
          <p:cNvSpPr txBox="1"/>
          <p:nvPr/>
        </p:nvSpPr>
        <p:spPr>
          <a:xfrm>
            <a:off x="7086300" y="44024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829" name="Google Shape;829;p24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830" name="Google Shape;830;p24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1" name="Google Shape;831;p24" title="graph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0832" y="4254568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24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4876" y="4647476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833" name="Google Shape;833;p24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28276" y="4647488"/>
            <a:ext cx="216600" cy="2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24" title="wha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400000">
            <a:off x="1011774" y="4647582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5" name="Google Shape;835;p24"/>
          <p:cNvGrpSpPr/>
          <p:nvPr/>
        </p:nvGrpSpPr>
        <p:grpSpPr>
          <a:xfrm rot="1799192">
            <a:off x="1146549" y="4122827"/>
            <a:ext cx="437477" cy="427097"/>
            <a:chOff x="3168538" y="1201592"/>
            <a:chExt cx="2806800" cy="2740200"/>
          </a:xfrm>
        </p:grpSpPr>
        <p:sp>
          <p:nvSpPr>
            <p:cNvPr id="836" name="Google Shape;836;p24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837" name="Google Shape;837;p24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838" name="Google Shape;838;p24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839" name="Google Shape;839;p24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</p:grpSp>
      <p:grpSp>
        <p:nvGrpSpPr>
          <p:cNvPr id="840" name="Google Shape;840;p24"/>
          <p:cNvGrpSpPr/>
          <p:nvPr/>
        </p:nvGrpSpPr>
        <p:grpSpPr>
          <a:xfrm rot="5400000">
            <a:off x="1247073" y="4220881"/>
            <a:ext cx="235771" cy="230451"/>
            <a:chOff x="3168538" y="1201592"/>
            <a:chExt cx="2806800" cy="2740200"/>
          </a:xfrm>
        </p:grpSpPr>
        <p:sp>
          <p:nvSpPr>
            <p:cNvPr id="841" name="Google Shape;841;p24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842" name="Google Shape;842;p24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843" name="Google Shape;843;p24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844" name="Google Shape;844;p24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</p:grpSp>
      <p:cxnSp>
        <p:nvCxnSpPr>
          <p:cNvPr id="845" name="Google Shape;845;p24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6" name="Google Shape;846;p24"/>
          <p:cNvSpPr txBox="1"/>
          <p:nvPr/>
        </p:nvSpPr>
        <p:spPr>
          <a:xfrm>
            <a:off x="178050" y="3955442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47" name="Google Shape;847;p24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1287" y="3531382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24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731" y="3675276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24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8175" y="3819170"/>
            <a:ext cx="339087" cy="2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24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1" name="Google Shape;851;p24"/>
          <p:cNvSpPr txBox="1"/>
          <p:nvPr/>
        </p:nvSpPr>
        <p:spPr>
          <a:xfrm>
            <a:off x="451250" y="2132425"/>
            <a:ext cx="311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389D"/>
                </a:solidFill>
                <a:latin typeface="Roboto Mono"/>
                <a:ea typeface="Roboto Mono"/>
                <a:cs typeface="Roboto Mono"/>
                <a:sym typeface="Roboto Mono"/>
              </a:rPr>
              <a:t>CF16</a:t>
            </a:r>
            <a:endParaRPr b="1" sz="4800">
              <a:solidFill>
                <a:srgbClr val="00389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52" name="Google Shape;852;p24"/>
          <p:cNvCxnSpPr/>
          <p:nvPr/>
        </p:nvCxnSpPr>
        <p:spPr>
          <a:xfrm>
            <a:off x="2137825" y="2564150"/>
            <a:ext cx="1392600" cy="37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53" name="Google Shape;853;p2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592950" y="2744688"/>
            <a:ext cx="22669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24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592950" y="3187850"/>
            <a:ext cx="2438400" cy="3810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cxnSp>
        <p:nvCxnSpPr>
          <p:cNvPr id="855" name="Google Shape;855;p24"/>
          <p:cNvCxnSpPr>
            <a:endCxn id="854" idx="1"/>
          </p:cNvCxnSpPr>
          <p:nvPr/>
        </p:nvCxnSpPr>
        <p:spPr>
          <a:xfrm>
            <a:off x="1517250" y="2814050"/>
            <a:ext cx="2075700" cy="56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56" name="Google Shape;856;p24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586400" y="3631000"/>
            <a:ext cx="2857500" cy="3810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cxnSp>
        <p:nvCxnSpPr>
          <p:cNvPr id="857" name="Google Shape;857;p24"/>
          <p:cNvCxnSpPr>
            <a:endCxn id="856" idx="1"/>
          </p:cNvCxnSpPr>
          <p:nvPr/>
        </p:nvCxnSpPr>
        <p:spPr>
          <a:xfrm>
            <a:off x="1076000" y="2884300"/>
            <a:ext cx="2510400" cy="93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58" name="Google Shape;858;p24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593013" y="4051863"/>
            <a:ext cx="3038475" cy="3810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cxnSp>
        <p:nvCxnSpPr>
          <p:cNvPr id="859" name="Google Shape;859;p24"/>
          <p:cNvCxnSpPr>
            <a:endCxn id="858" idx="1"/>
          </p:cNvCxnSpPr>
          <p:nvPr/>
        </p:nvCxnSpPr>
        <p:spPr>
          <a:xfrm>
            <a:off x="740313" y="2857563"/>
            <a:ext cx="2852700" cy="138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25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65" name="Google Shape;865;p25"/>
          <p:cNvGraphicFramePr/>
          <p:nvPr/>
        </p:nvGraphicFramePr>
        <p:xfrm>
          <a:off x="451238" y="146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  <a:gridCol w="348350"/>
              </a:tblGrid>
              <a:tr h="31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</a:t>
                      </a:r>
                      <a:endParaRPr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</a:tr>
              <a:tr h="31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</a:t>
                      </a:r>
                      <a:endParaRPr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866" name="Google Shape;866;p25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Hexadecimal to decimal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867" name="Google Shape;867;p25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868" name="Google Shape;868;p25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9" name="Google Shape;869;p25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70" name="Google Shape;870;p25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871" name="Google Shape;871;p25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2" name="Google Shape;872;p25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73" name="Google Shape;873;p25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25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75" name="Google Shape;875;p25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876" name="Google Shape;876;p25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7" name="Google Shape;877;p25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78" name="Google Shape;878;p25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9" name="Google Shape;879;p25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25"/>
          <p:cNvSpPr txBox="1"/>
          <p:nvPr/>
        </p:nvSpPr>
        <p:spPr>
          <a:xfrm>
            <a:off x="519775" y="732665"/>
            <a:ext cx="5573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Start from right to left, with each power of 16 increasing by 1 for every digit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1" name="Google Shape;881;p25"/>
          <p:cNvSpPr txBox="1"/>
          <p:nvPr/>
        </p:nvSpPr>
        <p:spPr>
          <a:xfrm>
            <a:off x="402625" y="61299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82" name="Google Shape;882;p25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25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25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25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25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25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25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25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25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25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25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25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25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25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25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824799" y="40420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25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25"/>
          <p:cNvSpPr txBox="1"/>
          <p:nvPr/>
        </p:nvSpPr>
        <p:spPr>
          <a:xfrm>
            <a:off x="7086300" y="44024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899" name="Google Shape;899;p25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900" name="Google Shape;900;p25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1" name="Google Shape;901;p25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25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3" name="Google Shape;903;p25"/>
          <p:cNvSpPr txBox="1"/>
          <p:nvPr/>
        </p:nvSpPr>
        <p:spPr>
          <a:xfrm>
            <a:off x="451250" y="2132425"/>
            <a:ext cx="311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389D"/>
                </a:solidFill>
                <a:latin typeface="Roboto Mono"/>
                <a:ea typeface="Roboto Mono"/>
                <a:cs typeface="Roboto Mono"/>
                <a:sym typeface="Roboto Mono"/>
              </a:rPr>
              <a:t>CF16</a:t>
            </a:r>
            <a:endParaRPr b="1" sz="4800">
              <a:solidFill>
                <a:srgbClr val="00389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904" name="Google Shape;904;p25"/>
          <p:cNvCxnSpPr/>
          <p:nvPr/>
        </p:nvCxnSpPr>
        <p:spPr>
          <a:xfrm>
            <a:off x="2137825" y="2564150"/>
            <a:ext cx="1392600" cy="37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5" name="Google Shape;905;p2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592950" y="2744688"/>
            <a:ext cx="2266950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6" name="Google Shape;906;p25"/>
          <p:cNvCxnSpPr>
            <a:endCxn id="907" idx="1"/>
          </p:cNvCxnSpPr>
          <p:nvPr/>
        </p:nvCxnSpPr>
        <p:spPr>
          <a:xfrm>
            <a:off x="1517250" y="2814050"/>
            <a:ext cx="2075700" cy="56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8" name="Google Shape;908;p25"/>
          <p:cNvCxnSpPr>
            <a:endCxn id="909" idx="1"/>
          </p:cNvCxnSpPr>
          <p:nvPr/>
        </p:nvCxnSpPr>
        <p:spPr>
          <a:xfrm>
            <a:off x="1076000" y="2884300"/>
            <a:ext cx="2510400" cy="93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0" name="Google Shape;910;p25"/>
          <p:cNvCxnSpPr>
            <a:endCxn id="911" idx="1"/>
          </p:cNvCxnSpPr>
          <p:nvPr/>
        </p:nvCxnSpPr>
        <p:spPr>
          <a:xfrm>
            <a:off x="740313" y="2857563"/>
            <a:ext cx="2852700" cy="138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26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6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Decimal to hexadecimal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918" name="Google Shape;918;p26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919" name="Google Shape;919;p26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0" name="Google Shape;920;p26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21" name="Google Shape;921;p26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922" name="Google Shape;922;p26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3" name="Google Shape;923;p26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24" name="Google Shape;924;p26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5" name="Google Shape;925;p26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26" name="Google Shape;926;p26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927" name="Google Shape;927;p26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8" name="Google Shape;928;p26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29" name="Google Shape;929;p26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26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1" name="Google Shape;931;p26"/>
          <p:cNvSpPr txBox="1"/>
          <p:nvPr/>
        </p:nvSpPr>
        <p:spPr>
          <a:xfrm>
            <a:off x="519775" y="732665"/>
            <a:ext cx="55734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Divide by 2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Write down the remainder on one side and the hexadecimal equivalent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Continue dividing the result until the number is zero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Reverse the remainders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2" name="Google Shape;932;p26"/>
          <p:cNvSpPr txBox="1"/>
          <p:nvPr/>
        </p:nvSpPr>
        <p:spPr>
          <a:xfrm>
            <a:off x="402625" y="61299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33" name="Google Shape;933;p26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26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26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26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26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26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26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26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26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26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26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26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26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26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26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824799" y="40420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26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26"/>
          <p:cNvSpPr txBox="1"/>
          <p:nvPr/>
        </p:nvSpPr>
        <p:spPr>
          <a:xfrm>
            <a:off x="7086300" y="44024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950" name="Google Shape;950;p26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951" name="Google Shape;951;p26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52" name="Google Shape;952;p26" title="graph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0832" y="4254568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26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4876" y="4647476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954" name="Google Shape;954;p26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28276" y="4647488"/>
            <a:ext cx="216600" cy="2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26" title="wha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400000">
            <a:off x="1011774" y="4647582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6" name="Google Shape;956;p26"/>
          <p:cNvGrpSpPr/>
          <p:nvPr/>
        </p:nvGrpSpPr>
        <p:grpSpPr>
          <a:xfrm rot="1799192">
            <a:off x="1146549" y="4122827"/>
            <a:ext cx="437477" cy="427097"/>
            <a:chOff x="3168538" y="1201592"/>
            <a:chExt cx="2806800" cy="2740200"/>
          </a:xfrm>
        </p:grpSpPr>
        <p:sp>
          <p:nvSpPr>
            <p:cNvPr id="957" name="Google Shape;957;p26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958" name="Google Shape;958;p26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959" name="Google Shape;959;p26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960" name="Google Shape;960;p26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</p:grpSp>
      <p:grpSp>
        <p:nvGrpSpPr>
          <p:cNvPr id="961" name="Google Shape;961;p26"/>
          <p:cNvGrpSpPr/>
          <p:nvPr/>
        </p:nvGrpSpPr>
        <p:grpSpPr>
          <a:xfrm rot="5400000">
            <a:off x="1247073" y="4220881"/>
            <a:ext cx="235771" cy="230451"/>
            <a:chOff x="3168538" y="1201592"/>
            <a:chExt cx="2806800" cy="2740200"/>
          </a:xfrm>
        </p:grpSpPr>
        <p:sp>
          <p:nvSpPr>
            <p:cNvPr id="962" name="Google Shape;962;p26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963" name="Google Shape;963;p26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964" name="Google Shape;964;p26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965" name="Google Shape;965;p26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</p:grpSp>
      <p:cxnSp>
        <p:nvCxnSpPr>
          <p:cNvPr id="966" name="Google Shape;966;p26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7" name="Google Shape;967;p26"/>
          <p:cNvSpPr txBox="1"/>
          <p:nvPr/>
        </p:nvSpPr>
        <p:spPr>
          <a:xfrm>
            <a:off x="178050" y="3955442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68" name="Google Shape;968;p26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1287" y="3531382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26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731" y="3675276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26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8175" y="3819170"/>
            <a:ext cx="339087" cy="2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26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2" name="Google Shape;972;p26"/>
          <p:cNvSpPr txBox="1"/>
          <p:nvPr/>
        </p:nvSpPr>
        <p:spPr>
          <a:xfrm>
            <a:off x="402613" y="92529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73" name="Google Shape;973;p26"/>
          <p:cNvSpPr txBox="1"/>
          <p:nvPr/>
        </p:nvSpPr>
        <p:spPr>
          <a:xfrm>
            <a:off x="402613" y="1551228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974" name="Google Shape;974;p26"/>
          <p:cNvGraphicFramePr/>
          <p:nvPr/>
        </p:nvGraphicFramePr>
        <p:xfrm>
          <a:off x="3139575" y="2882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954950"/>
                <a:gridCol w="954950"/>
                <a:gridCol w="954950"/>
              </a:tblGrid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Decimal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Quotient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Remainder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2663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2663</a:t>
                      </a: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/16 = 166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7=7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166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166</a:t>
                      </a: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/16 = 10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6=6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16/16=0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10=A</a:t>
                      </a:r>
                      <a:endParaRPr sz="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975" name="Google Shape;975;p26"/>
          <p:cNvSpPr/>
          <p:nvPr/>
        </p:nvSpPr>
        <p:spPr>
          <a:xfrm>
            <a:off x="4176125" y="3234175"/>
            <a:ext cx="7668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6"/>
          <p:cNvSpPr/>
          <p:nvPr/>
        </p:nvSpPr>
        <p:spPr>
          <a:xfrm>
            <a:off x="4135650" y="353397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26"/>
          <p:cNvSpPr/>
          <p:nvPr/>
        </p:nvSpPr>
        <p:spPr>
          <a:xfrm>
            <a:off x="4147938" y="384577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6"/>
          <p:cNvSpPr/>
          <p:nvPr/>
        </p:nvSpPr>
        <p:spPr>
          <a:xfrm>
            <a:off x="5090663" y="322217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6"/>
          <p:cNvSpPr/>
          <p:nvPr/>
        </p:nvSpPr>
        <p:spPr>
          <a:xfrm>
            <a:off x="5090663" y="351862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6"/>
          <p:cNvSpPr/>
          <p:nvPr/>
        </p:nvSpPr>
        <p:spPr>
          <a:xfrm>
            <a:off x="5090663" y="386237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6"/>
          <p:cNvSpPr txBox="1"/>
          <p:nvPr/>
        </p:nvSpPr>
        <p:spPr>
          <a:xfrm>
            <a:off x="402613" y="1882528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82" name="Google Shape;982;p26"/>
          <p:cNvSpPr txBox="1"/>
          <p:nvPr/>
        </p:nvSpPr>
        <p:spPr>
          <a:xfrm>
            <a:off x="743966" y="2666050"/>
            <a:ext cx="44604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2663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= A67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3" name="Google Shape;983;p26"/>
          <p:cNvSpPr txBox="1"/>
          <p:nvPr/>
        </p:nvSpPr>
        <p:spPr>
          <a:xfrm>
            <a:off x="402600" y="2541303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84" name="Google Shape;984;p26"/>
          <p:cNvSpPr txBox="1"/>
          <p:nvPr/>
        </p:nvSpPr>
        <p:spPr>
          <a:xfrm>
            <a:off x="402613" y="219109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85" name="Google Shape;985;p26"/>
          <p:cNvSpPr/>
          <p:nvPr/>
        </p:nvSpPr>
        <p:spPr>
          <a:xfrm>
            <a:off x="3225875" y="3528138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26"/>
          <p:cNvSpPr/>
          <p:nvPr/>
        </p:nvSpPr>
        <p:spPr>
          <a:xfrm>
            <a:off x="3225875" y="3845775"/>
            <a:ext cx="638700" cy="19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27"/>
          <p:cNvSpPr/>
          <p:nvPr/>
        </p:nvSpPr>
        <p:spPr>
          <a:xfrm>
            <a:off x="47475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7"/>
          <p:cNvSpPr txBox="1"/>
          <p:nvPr/>
        </p:nvSpPr>
        <p:spPr>
          <a:xfrm>
            <a:off x="390275" y="322175"/>
            <a:ext cx="47781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Hexadecimal to binary</a:t>
            </a:r>
            <a:endParaRPr sz="24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993" name="Google Shape;993;p27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994" name="Google Shape;994;p27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5" name="Google Shape;995;p27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96" name="Google Shape;996;p27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997" name="Google Shape;997;p27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8" name="Google Shape;998;p27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99" name="Google Shape;999;p27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27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01" name="Google Shape;1001;p27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1002" name="Google Shape;1002;p27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3" name="Google Shape;1003;p27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04" name="Google Shape;1004;p27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27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6" name="Google Shape;1006;p27"/>
          <p:cNvSpPr txBox="1"/>
          <p:nvPr/>
        </p:nvSpPr>
        <p:spPr>
          <a:xfrm>
            <a:off x="519775" y="910775"/>
            <a:ext cx="47781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Convert each hexadecimal number to its binary equivalent and join it together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7" name="Google Shape;1007;p27"/>
          <p:cNvSpPr txBox="1"/>
          <p:nvPr/>
        </p:nvSpPr>
        <p:spPr>
          <a:xfrm>
            <a:off x="402625" y="791100"/>
            <a:ext cx="3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32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08" name="Google Shape;1008;p27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43562" y="378538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27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99996">
            <a:off x="8249800" y="90525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27" title="st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58">
            <a:off x="8297609" y="1332860"/>
            <a:ext cx="523101" cy="51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p27" title="star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772800" y="19411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27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63" y="1658585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27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4083" y="174576"/>
            <a:ext cx="869517" cy="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27" title="plante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003926" y="2044526"/>
            <a:ext cx="941374" cy="7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27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0450" y="320489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27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7700" y="3395642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27" title="code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0" y="3070480"/>
            <a:ext cx="1177101" cy="4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27" title="modul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988175" y="4375154"/>
            <a:ext cx="917726" cy="51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27" title="star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29388" y="1328013"/>
            <a:ext cx="914150" cy="9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27" title="kic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0800000">
            <a:off x="8115738" y="3758407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27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6564899" y="30053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27" title="stars4.png"/>
          <p:cNvPicPr preferRelativeResize="0"/>
          <p:nvPr/>
        </p:nvPicPr>
        <p:blipFill rotWithShape="1">
          <a:blip r:embed="rId12">
            <a:alphaModFix/>
          </a:blip>
          <a:srcRect b="0" l="0" r="48597" t="0"/>
          <a:stretch/>
        </p:blipFill>
        <p:spPr>
          <a:xfrm>
            <a:off x="7824799" y="404207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27" title="clou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93193" y="3948074"/>
            <a:ext cx="1536599" cy="5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27"/>
          <p:cNvSpPr txBox="1"/>
          <p:nvPr/>
        </p:nvSpPr>
        <p:spPr>
          <a:xfrm>
            <a:off x="7086300" y="44024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1025" name="Google Shape;1025;p27" title="compas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sp>
        <p:nvSpPr>
          <p:cNvPr id="1026" name="Google Shape;1026;p27"/>
          <p:cNvSpPr txBox="1"/>
          <p:nvPr/>
        </p:nvSpPr>
        <p:spPr>
          <a:xfrm>
            <a:off x="237333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27" name="Google Shape;1027;p27" title="graph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0832" y="4254568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27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44876" y="4647476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1029" name="Google Shape;1029;p27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28276" y="4647488"/>
            <a:ext cx="216600" cy="2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27" title="wha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5400000">
            <a:off x="1011774" y="4647582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1" name="Google Shape;1031;p27"/>
          <p:cNvGrpSpPr/>
          <p:nvPr/>
        </p:nvGrpSpPr>
        <p:grpSpPr>
          <a:xfrm rot="1799192">
            <a:off x="1146549" y="4122827"/>
            <a:ext cx="437477" cy="427097"/>
            <a:chOff x="3168538" y="1201592"/>
            <a:chExt cx="2806800" cy="2740200"/>
          </a:xfrm>
        </p:grpSpPr>
        <p:sp>
          <p:nvSpPr>
            <p:cNvPr id="1032" name="Google Shape;1032;p27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1033" name="Google Shape;1033;p27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1034" name="Google Shape;1034;p27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  <p:sp>
          <p:nvSpPr>
            <p:cNvPr id="1035" name="Google Shape;1035;p27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"/>
            </a:p>
          </p:txBody>
        </p:sp>
      </p:grpSp>
      <p:grpSp>
        <p:nvGrpSpPr>
          <p:cNvPr id="1036" name="Google Shape;1036;p27"/>
          <p:cNvGrpSpPr/>
          <p:nvPr/>
        </p:nvGrpSpPr>
        <p:grpSpPr>
          <a:xfrm rot="5400000">
            <a:off x="1247073" y="4220881"/>
            <a:ext cx="235771" cy="230451"/>
            <a:chOff x="3168538" y="1201592"/>
            <a:chExt cx="2806800" cy="2740200"/>
          </a:xfrm>
        </p:grpSpPr>
        <p:sp>
          <p:nvSpPr>
            <p:cNvPr id="1037" name="Google Shape;1037;p27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1038" name="Google Shape;1038;p27"/>
            <p:cNvSpPr/>
            <p:nvPr/>
          </p:nvSpPr>
          <p:spPr>
            <a:xfrm>
              <a:off x="4341155" y="1201592"/>
              <a:ext cx="461700" cy="27402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1039" name="Google Shape;1039;p27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  <p:sp>
          <p:nvSpPr>
            <p:cNvPr id="1040" name="Google Shape;1040;p27"/>
            <p:cNvSpPr/>
            <p:nvPr/>
          </p:nvSpPr>
          <p:spPr>
            <a:xfrm rot="5400000">
              <a:off x="4341088" y="1168347"/>
              <a:ext cx="461700" cy="28068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7675" lIns="7675" spcFirstLastPara="1" rIns="7675" wrap="square" tIns="7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"/>
            </a:p>
          </p:txBody>
        </p:sp>
      </p:grpSp>
      <p:cxnSp>
        <p:nvCxnSpPr>
          <p:cNvPr id="1041" name="Google Shape;1041;p27"/>
          <p:cNvCxnSpPr/>
          <p:nvPr/>
        </p:nvCxnSpPr>
        <p:spPr>
          <a:xfrm>
            <a:off x="229431" y="2564142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2" name="Google Shape;1042;p27"/>
          <p:cNvSpPr txBox="1"/>
          <p:nvPr/>
        </p:nvSpPr>
        <p:spPr>
          <a:xfrm>
            <a:off x="178050" y="3955442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43" name="Google Shape;1043;p27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01287" y="3531382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27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731" y="3675276"/>
            <a:ext cx="339087" cy="2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27" title="warning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8175" y="3819170"/>
            <a:ext cx="339087" cy="2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27"/>
          <p:cNvSpPr txBox="1"/>
          <p:nvPr/>
        </p:nvSpPr>
        <p:spPr>
          <a:xfrm rot="5400000">
            <a:off x="-964137" y="1369425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7" name="Google Shape;1047;p27"/>
          <p:cNvSpPr txBox="1"/>
          <p:nvPr/>
        </p:nvSpPr>
        <p:spPr>
          <a:xfrm>
            <a:off x="2142288" y="2440588"/>
            <a:ext cx="311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389D"/>
                </a:solidFill>
                <a:latin typeface="Roboto Mono"/>
                <a:ea typeface="Roboto Mono"/>
                <a:cs typeface="Roboto Mono"/>
                <a:sym typeface="Roboto Mono"/>
              </a:rPr>
              <a:t>CF16</a:t>
            </a:r>
            <a:endParaRPr b="1" sz="4800">
              <a:solidFill>
                <a:srgbClr val="00389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048" name="Google Shape;1048;p27"/>
          <p:cNvCxnSpPr/>
          <p:nvPr/>
        </p:nvCxnSpPr>
        <p:spPr>
          <a:xfrm flipH="1">
            <a:off x="1619788" y="3159963"/>
            <a:ext cx="1401900" cy="3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27"/>
          <p:cNvCxnSpPr/>
          <p:nvPr/>
        </p:nvCxnSpPr>
        <p:spPr>
          <a:xfrm flipH="1">
            <a:off x="2849338" y="3152163"/>
            <a:ext cx="663300" cy="3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27"/>
          <p:cNvCxnSpPr/>
          <p:nvPr/>
        </p:nvCxnSpPr>
        <p:spPr>
          <a:xfrm>
            <a:off x="3932638" y="3165963"/>
            <a:ext cx="640500" cy="36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27"/>
          <p:cNvCxnSpPr/>
          <p:nvPr/>
        </p:nvCxnSpPr>
        <p:spPr>
          <a:xfrm>
            <a:off x="4311388" y="3149613"/>
            <a:ext cx="1447200" cy="38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052" name="Google Shape;1052;p27"/>
          <p:cNvGraphicFramePr/>
          <p:nvPr/>
        </p:nvGraphicFramePr>
        <p:xfrm>
          <a:off x="2107538" y="165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{1FF8E7B3-EF47-45CA-980A-AAA5EB33F979}</a:tableStyleId>
              </a:tblPr>
              <a:tblGrid>
                <a:gridCol w="398350"/>
                <a:gridCol w="398350"/>
                <a:gridCol w="398350"/>
                <a:gridCol w="398350"/>
                <a:gridCol w="398350"/>
                <a:gridCol w="398350"/>
                <a:gridCol w="398350"/>
                <a:gridCol w="398350"/>
              </a:tblGrid>
              <a:tr h="19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/>
                </a:tc>
              </a:tr>
              <a:tr h="19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0000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0001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0010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0011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0100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0101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0110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0111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389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</a:t>
                      </a:r>
                      <a:endParaRPr b="1" sz="1000">
                        <a:solidFill>
                          <a:srgbClr val="00389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1000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1001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1100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1101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1110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2A2E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1111</a:t>
                      </a:r>
                      <a:endParaRPr sz="1000">
                        <a:solidFill>
                          <a:srgbClr val="62A2E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3" name="Google Shape;1053;p27"/>
          <p:cNvSpPr txBox="1"/>
          <p:nvPr/>
        </p:nvSpPr>
        <p:spPr>
          <a:xfrm>
            <a:off x="1403575" y="3464538"/>
            <a:ext cx="50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1100</a:t>
            </a:r>
            <a:endParaRPr sz="9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54" name="Google Shape;1054;p27"/>
          <p:cNvSpPr txBox="1"/>
          <p:nvPr/>
        </p:nvSpPr>
        <p:spPr>
          <a:xfrm>
            <a:off x="2612300" y="3464538"/>
            <a:ext cx="51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1111</a:t>
            </a:r>
            <a:endParaRPr sz="9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55" name="Google Shape;1055;p27"/>
          <p:cNvSpPr txBox="1"/>
          <p:nvPr/>
        </p:nvSpPr>
        <p:spPr>
          <a:xfrm>
            <a:off x="4317300" y="3464538"/>
            <a:ext cx="50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0001</a:t>
            </a:r>
            <a:endParaRPr sz="9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56" name="Google Shape;1056;p27"/>
          <p:cNvSpPr txBox="1"/>
          <p:nvPr/>
        </p:nvSpPr>
        <p:spPr>
          <a:xfrm>
            <a:off x="5506400" y="3464538"/>
            <a:ext cx="50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0101</a:t>
            </a:r>
            <a:endParaRPr sz="9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057" name="Google Shape;1057;p27"/>
          <p:cNvCxnSpPr/>
          <p:nvPr/>
        </p:nvCxnSpPr>
        <p:spPr>
          <a:xfrm flipH="1" rot="10800000">
            <a:off x="4400750" y="3721863"/>
            <a:ext cx="1401900" cy="3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p27"/>
          <p:cNvCxnSpPr/>
          <p:nvPr/>
        </p:nvCxnSpPr>
        <p:spPr>
          <a:xfrm flipH="1" rot="10800000">
            <a:off x="3909800" y="3722463"/>
            <a:ext cx="663300" cy="3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27"/>
          <p:cNvCxnSpPr/>
          <p:nvPr/>
        </p:nvCxnSpPr>
        <p:spPr>
          <a:xfrm rot="10800000">
            <a:off x="2849300" y="3721563"/>
            <a:ext cx="640500" cy="36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27"/>
          <p:cNvCxnSpPr/>
          <p:nvPr/>
        </p:nvCxnSpPr>
        <p:spPr>
          <a:xfrm rot="10800000">
            <a:off x="1663850" y="3719913"/>
            <a:ext cx="1447200" cy="38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1" name="Google Shape;1061;p27"/>
          <p:cNvSpPr txBox="1"/>
          <p:nvPr/>
        </p:nvSpPr>
        <p:spPr>
          <a:xfrm>
            <a:off x="2142300" y="4096563"/>
            <a:ext cx="311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389D"/>
                </a:solidFill>
                <a:latin typeface="Roboto Mono"/>
                <a:ea typeface="Roboto Mono"/>
                <a:cs typeface="Roboto Mono"/>
                <a:sym typeface="Roboto Mono"/>
              </a:rPr>
              <a:t>1100111100010101</a:t>
            </a:r>
            <a:endParaRPr b="1" sz="2400">
              <a:solidFill>
                <a:srgbClr val="00389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2E3"/>
        </a:solidFill>
      </p:bgPr>
    </p:bg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28"/>
          <p:cNvSpPr/>
          <p:nvPr/>
        </p:nvSpPr>
        <p:spPr>
          <a:xfrm>
            <a:off x="64650" y="67350"/>
            <a:ext cx="9014700" cy="50088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7" name="Google Shape;1067;p28"/>
          <p:cNvGrpSpPr/>
          <p:nvPr/>
        </p:nvGrpSpPr>
        <p:grpSpPr>
          <a:xfrm rot="-1558657">
            <a:off x="2615478" y="615530"/>
            <a:ext cx="3912877" cy="3912877"/>
            <a:chOff x="2923050" y="922800"/>
            <a:chExt cx="3297900" cy="3297900"/>
          </a:xfrm>
        </p:grpSpPr>
        <p:sp>
          <p:nvSpPr>
            <p:cNvPr id="1068" name="Google Shape;1068;p28"/>
            <p:cNvSpPr/>
            <p:nvPr/>
          </p:nvSpPr>
          <p:spPr>
            <a:xfrm>
              <a:off x="3420838" y="1420583"/>
              <a:ext cx="2302200" cy="23022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108475" lIns="108475" spcFirstLastPara="1" rIns="108475" wrap="square" tIns="108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61"/>
            </a:p>
          </p:txBody>
        </p:sp>
        <p:sp>
          <p:nvSpPr>
            <p:cNvPr id="1069" name="Google Shape;1069;p28"/>
            <p:cNvSpPr/>
            <p:nvPr/>
          </p:nvSpPr>
          <p:spPr>
            <a:xfrm>
              <a:off x="4341150" y="922800"/>
              <a:ext cx="461700" cy="32979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08475" lIns="108475" spcFirstLastPara="1" rIns="108475" wrap="square" tIns="108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61"/>
            </a:p>
          </p:txBody>
        </p:sp>
        <p:sp>
          <p:nvSpPr>
            <p:cNvPr id="1070" name="Google Shape;1070;p28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08475" lIns="108475" spcFirstLastPara="1" rIns="108475" wrap="square" tIns="108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61"/>
            </a:p>
          </p:txBody>
        </p:sp>
        <p:sp>
          <p:nvSpPr>
            <p:cNvPr id="1071" name="Google Shape;1071;p28"/>
            <p:cNvSpPr/>
            <p:nvPr/>
          </p:nvSpPr>
          <p:spPr>
            <a:xfrm rot="5400000">
              <a:off x="4341150" y="922800"/>
              <a:ext cx="461700" cy="32979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108475" lIns="108475" spcFirstLastPara="1" rIns="108475" wrap="square" tIns="108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61"/>
            </a:p>
          </p:txBody>
        </p:sp>
      </p:grpSp>
      <p:grpSp>
        <p:nvGrpSpPr>
          <p:cNvPr id="1072" name="Google Shape;1072;p28"/>
          <p:cNvGrpSpPr/>
          <p:nvPr/>
        </p:nvGrpSpPr>
        <p:grpSpPr>
          <a:xfrm rot="1800133">
            <a:off x="3424679" y="1424512"/>
            <a:ext cx="2295185" cy="2295185"/>
            <a:chOff x="2923050" y="922800"/>
            <a:chExt cx="3297900" cy="3297900"/>
          </a:xfrm>
        </p:grpSpPr>
        <p:sp>
          <p:nvSpPr>
            <p:cNvPr id="1073" name="Google Shape;1073;p28"/>
            <p:cNvSpPr/>
            <p:nvPr/>
          </p:nvSpPr>
          <p:spPr>
            <a:xfrm>
              <a:off x="3205950" y="1205700"/>
              <a:ext cx="2732100" cy="2732100"/>
            </a:xfrm>
            <a:prstGeom prst="ellipse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63625" lIns="63625" spcFirstLastPara="1" rIns="63625" wrap="square" tIns="6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4"/>
            </a:p>
          </p:txBody>
        </p:sp>
        <p:sp>
          <p:nvSpPr>
            <p:cNvPr id="1074" name="Google Shape;1074;p28"/>
            <p:cNvSpPr/>
            <p:nvPr/>
          </p:nvSpPr>
          <p:spPr>
            <a:xfrm>
              <a:off x="4341150" y="922800"/>
              <a:ext cx="461700" cy="32979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63625" lIns="63625" spcFirstLastPara="1" rIns="63625" wrap="square" tIns="6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4"/>
            </a:p>
          </p:txBody>
        </p:sp>
        <p:sp>
          <p:nvSpPr>
            <p:cNvPr id="1075" name="Google Shape;1075;p28"/>
            <p:cNvSpPr/>
            <p:nvPr/>
          </p:nvSpPr>
          <p:spPr>
            <a:xfrm>
              <a:off x="3548013" y="1542000"/>
              <a:ext cx="2059500" cy="205950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63625" lIns="63625" spcFirstLastPara="1" rIns="63625" wrap="square" tIns="6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4"/>
            </a:p>
          </p:txBody>
        </p:sp>
        <p:sp>
          <p:nvSpPr>
            <p:cNvPr id="1076" name="Google Shape;1076;p28"/>
            <p:cNvSpPr/>
            <p:nvPr/>
          </p:nvSpPr>
          <p:spPr>
            <a:xfrm rot="5400000">
              <a:off x="4341150" y="922800"/>
              <a:ext cx="461700" cy="3297900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</p:spPr>
          <p:txBody>
            <a:bodyPr anchorCtr="0" anchor="ctr" bIns="63625" lIns="63625" spcFirstLastPara="1" rIns="63625" wrap="square" tIns="63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4"/>
            </a:p>
          </p:txBody>
        </p:sp>
      </p:grpSp>
      <p:sp>
        <p:nvSpPr>
          <p:cNvPr id="1077" name="Google Shape;1077;p28"/>
          <p:cNvSpPr txBox="1"/>
          <p:nvPr/>
        </p:nvSpPr>
        <p:spPr>
          <a:xfrm>
            <a:off x="1082400" y="2092800"/>
            <a:ext cx="6979200" cy="957900"/>
          </a:xfrm>
          <a:prstGeom prst="rect">
            <a:avLst/>
          </a:prstGeom>
          <a:noFill/>
          <a:ln>
            <a:noFill/>
          </a:ln>
          <a:effectLst>
            <a:outerShdw rotWithShape="0" algn="bl" dir="2340000" dist="19050">
              <a:schemeClr val="lt1">
                <a:alpha val="50000"/>
              </a:schemeClr>
            </a:outerShdw>
          </a:effectLst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389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Thank you!</a:t>
            </a:r>
            <a:endParaRPr sz="4800">
              <a:solidFill>
                <a:srgbClr val="00389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078" name="Google Shape;1078;p28"/>
          <p:cNvGrpSpPr/>
          <p:nvPr/>
        </p:nvGrpSpPr>
        <p:grpSpPr>
          <a:xfrm>
            <a:off x="8749306" y="161899"/>
            <a:ext cx="216519" cy="221175"/>
            <a:chOff x="8521900" y="210750"/>
            <a:chExt cx="444050" cy="453600"/>
          </a:xfrm>
        </p:grpSpPr>
        <p:cxnSp>
          <p:nvCxnSpPr>
            <p:cNvPr id="1079" name="Google Shape;1079;p28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0" name="Google Shape;1080;p28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81" name="Google Shape;1081;p28"/>
          <p:cNvGrpSpPr/>
          <p:nvPr/>
        </p:nvGrpSpPr>
        <p:grpSpPr>
          <a:xfrm rot="10800000">
            <a:off x="186109" y="4738425"/>
            <a:ext cx="216519" cy="221175"/>
            <a:chOff x="8521900" y="210750"/>
            <a:chExt cx="444050" cy="453600"/>
          </a:xfrm>
        </p:grpSpPr>
        <p:cxnSp>
          <p:nvCxnSpPr>
            <p:cNvPr id="1082" name="Google Shape;1082;p28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3" name="Google Shape;1083;p28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6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84" name="Google Shape;1084;p28"/>
          <p:cNvCxnSpPr/>
          <p:nvPr/>
        </p:nvCxnSpPr>
        <p:spPr>
          <a:xfrm>
            <a:off x="281980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28"/>
          <p:cNvCxnSpPr/>
          <p:nvPr/>
        </p:nvCxnSpPr>
        <p:spPr>
          <a:xfrm rot="-5400000">
            <a:off x="67877" y="272656"/>
            <a:ext cx="211800" cy="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86" name="Google Shape;1086;p28"/>
          <p:cNvGrpSpPr/>
          <p:nvPr/>
        </p:nvGrpSpPr>
        <p:grpSpPr>
          <a:xfrm rot="5400000">
            <a:off x="8756511" y="4745181"/>
            <a:ext cx="211945" cy="216503"/>
            <a:chOff x="8521900" y="210750"/>
            <a:chExt cx="444050" cy="453600"/>
          </a:xfrm>
        </p:grpSpPr>
        <p:cxnSp>
          <p:nvCxnSpPr>
            <p:cNvPr id="1087" name="Google Shape;1087;p28"/>
            <p:cNvCxnSpPr/>
            <p:nvPr/>
          </p:nvCxnSpPr>
          <p:spPr>
            <a:xfrm rot="10800000">
              <a:off x="8965950" y="210750"/>
              <a:ext cx="0" cy="45360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8" name="Google Shape;1088;p28"/>
            <p:cNvCxnSpPr/>
            <p:nvPr/>
          </p:nvCxnSpPr>
          <p:spPr>
            <a:xfrm>
              <a:off x="8521900" y="210750"/>
              <a:ext cx="444000" cy="0"/>
            </a:xfrm>
            <a:prstGeom prst="straightConnector1">
              <a:avLst/>
            </a:prstGeom>
            <a:noFill/>
            <a:ln cap="flat" cmpd="sng" w="45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089" name="Google Shape;1089;p28" title="star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38275" y="-5000"/>
            <a:ext cx="1253650" cy="117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28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8303424" y="-434074"/>
            <a:ext cx="1250901" cy="12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28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199996">
            <a:off x="7614825" y="-245413"/>
            <a:ext cx="760149" cy="7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28" title="sta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58">
            <a:off x="8173384" y="703973"/>
            <a:ext cx="523101" cy="5150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28"/>
          <p:cNvSpPr/>
          <p:nvPr/>
        </p:nvSpPr>
        <p:spPr>
          <a:xfrm>
            <a:off x="6424429" y="2166405"/>
            <a:ext cx="286500" cy="286500"/>
          </a:xfrm>
          <a:prstGeom prst="star4">
            <a:avLst>
              <a:gd fmla="val 23039" name="adj"/>
            </a:avLst>
          </a:prstGeom>
          <a:solidFill>
            <a:srgbClr val="62A2E3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1"/>
          </a:p>
        </p:txBody>
      </p:sp>
      <p:sp>
        <p:nvSpPr>
          <p:cNvPr id="1094" name="Google Shape;1094;p28"/>
          <p:cNvSpPr txBox="1"/>
          <p:nvPr/>
        </p:nvSpPr>
        <p:spPr>
          <a:xfrm>
            <a:off x="6192369" y="1933485"/>
            <a:ext cx="311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5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*</a:t>
            </a:r>
            <a:endParaRPr sz="2135">
              <a:solidFill>
                <a:srgbClr val="00389D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1095" name="Google Shape;1095;p28"/>
          <p:cNvSpPr/>
          <p:nvPr/>
        </p:nvSpPr>
        <p:spPr>
          <a:xfrm>
            <a:off x="6313590" y="2328823"/>
            <a:ext cx="139800" cy="136200"/>
          </a:xfrm>
          <a:prstGeom prst="star4">
            <a:avLst>
              <a:gd fmla="val 12236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1"/>
          </a:p>
        </p:txBody>
      </p:sp>
      <p:sp>
        <p:nvSpPr>
          <p:cNvPr id="1096" name="Google Shape;1096;p28"/>
          <p:cNvSpPr/>
          <p:nvPr/>
        </p:nvSpPr>
        <p:spPr>
          <a:xfrm>
            <a:off x="2475431" y="2732405"/>
            <a:ext cx="286500" cy="286500"/>
          </a:xfrm>
          <a:prstGeom prst="star4">
            <a:avLst>
              <a:gd fmla="val 23039" name="adj"/>
            </a:avLst>
          </a:prstGeom>
          <a:solidFill>
            <a:srgbClr val="62A2E3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1"/>
          </a:p>
        </p:txBody>
      </p:sp>
      <p:sp>
        <p:nvSpPr>
          <p:cNvPr id="1097" name="Google Shape;1097;p28"/>
          <p:cNvSpPr txBox="1"/>
          <p:nvPr/>
        </p:nvSpPr>
        <p:spPr>
          <a:xfrm>
            <a:off x="2697139" y="2646806"/>
            <a:ext cx="311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5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*</a:t>
            </a:r>
            <a:endParaRPr sz="2135">
              <a:solidFill>
                <a:srgbClr val="00389D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1098" name="Google Shape;1098;p28"/>
          <p:cNvSpPr/>
          <p:nvPr/>
        </p:nvSpPr>
        <p:spPr>
          <a:xfrm>
            <a:off x="2671884" y="3018920"/>
            <a:ext cx="139800" cy="136200"/>
          </a:xfrm>
          <a:prstGeom prst="star4">
            <a:avLst>
              <a:gd fmla="val 12236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1"/>
          </a:p>
        </p:txBody>
      </p:sp>
      <p:sp>
        <p:nvSpPr>
          <p:cNvPr id="1099" name="Google Shape;1099;p28"/>
          <p:cNvSpPr txBox="1"/>
          <p:nvPr/>
        </p:nvSpPr>
        <p:spPr>
          <a:xfrm rot="5400000">
            <a:off x="-98475" y="20950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1100" name="Google Shape;1100;p28" title="code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900" y="4430467"/>
            <a:ext cx="1177101" cy="460883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28"/>
          <p:cNvSpPr txBox="1"/>
          <p:nvPr/>
        </p:nvSpPr>
        <p:spPr>
          <a:xfrm rot="-5400000">
            <a:off x="8371975" y="1148713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89D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r>
              <a:rPr lang="en" sz="1800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⭒</a:t>
            </a:r>
            <a:r>
              <a:rPr lang="en" sz="1800">
                <a:solidFill>
                  <a:srgbClr val="9FC5E8"/>
                </a:solidFill>
                <a:latin typeface="Inter Black"/>
                <a:ea typeface="Inter Black"/>
                <a:cs typeface="Inter Black"/>
                <a:sym typeface="Inter Black"/>
              </a:rPr>
              <a:t>˚</a:t>
            </a:r>
            <a:r>
              <a:rPr lang="en" sz="1800">
                <a:solidFill>
                  <a:srgbClr val="4A86E8"/>
                </a:solidFill>
                <a:latin typeface="Inter Black"/>
                <a:ea typeface="Inter Black"/>
                <a:cs typeface="Inter Black"/>
                <a:sym typeface="Inter Black"/>
              </a:rPr>
              <a:t>.</a:t>
            </a:r>
            <a:r>
              <a:rPr lang="en" sz="1800">
                <a:solidFill>
                  <a:srgbClr val="0B5394"/>
                </a:solidFill>
                <a:latin typeface="Inter Black"/>
                <a:ea typeface="Inter Black"/>
                <a:cs typeface="Inter Black"/>
                <a:sym typeface="Inter Black"/>
              </a:rPr>
              <a:t>⋆</a:t>
            </a:r>
            <a:endParaRPr sz="1800">
              <a:solidFill>
                <a:srgbClr val="0B539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1102" name="Google Shape;1102;p28" title="stars4.png"/>
          <p:cNvPicPr preferRelativeResize="0"/>
          <p:nvPr/>
        </p:nvPicPr>
        <p:blipFill rotWithShape="1">
          <a:blip r:embed="rId6">
            <a:alphaModFix/>
          </a:blip>
          <a:srcRect b="0" l="0" r="48597" t="0"/>
          <a:stretch/>
        </p:blipFill>
        <p:spPr>
          <a:xfrm>
            <a:off x="102074" y="1066325"/>
            <a:ext cx="359900" cy="3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28" title="star3 - Copy.png"/>
          <p:cNvPicPr preferRelativeResize="0"/>
          <p:nvPr/>
        </p:nvPicPr>
        <p:blipFill rotWithShape="1">
          <a:blip r:embed="rId7">
            <a:alphaModFix/>
          </a:blip>
          <a:srcRect b="0" l="0" r="51719" t="0"/>
          <a:stretch/>
        </p:blipFill>
        <p:spPr>
          <a:xfrm rot="5400000">
            <a:off x="468063" y="1218306"/>
            <a:ext cx="478874" cy="584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4" name="Google Shape;1104;p28"/>
          <p:cNvCxnSpPr/>
          <p:nvPr/>
        </p:nvCxnSpPr>
        <p:spPr>
          <a:xfrm>
            <a:off x="4572005" y="58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5" name="Google Shape;1105;p28"/>
          <p:cNvCxnSpPr/>
          <p:nvPr/>
        </p:nvCxnSpPr>
        <p:spPr>
          <a:xfrm>
            <a:off x="4572000" y="4851311"/>
            <a:ext cx="0" cy="2166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06" name="Google Shape;1106;p28" title="star3 - Copy.png"/>
          <p:cNvPicPr preferRelativeResize="0"/>
          <p:nvPr/>
        </p:nvPicPr>
        <p:blipFill rotWithShape="1">
          <a:blip r:embed="rId7">
            <a:alphaModFix/>
          </a:blip>
          <a:srcRect b="0" l="51719" r="0" t="0"/>
          <a:stretch/>
        </p:blipFill>
        <p:spPr>
          <a:xfrm rot="5400000">
            <a:off x="-18937" y="1411581"/>
            <a:ext cx="478874" cy="58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28"/>
          <p:cNvSpPr txBox="1"/>
          <p:nvPr/>
        </p:nvSpPr>
        <p:spPr>
          <a:xfrm rot="5400000">
            <a:off x="342264" y="1710984"/>
            <a:ext cx="311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5">
                <a:solidFill>
                  <a:srgbClr val="62A2E3"/>
                </a:solidFill>
                <a:latin typeface="Inter Black"/>
                <a:ea typeface="Inter Black"/>
                <a:cs typeface="Inter Black"/>
                <a:sym typeface="Inter Black"/>
              </a:rPr>
              <a:t>~</a:t>
            </a:r>
            <a:endParaRPr sz="2135">
              <a:solidFill>
                <a:srgbClr val="62A2E3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1108" name="Google Shape;1108;p28" title="Blue-loading-icon-design-illustration-on-transparent-background-PN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18725" y="4698455"/>
            <a:ext cx="216602" cy="216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28" title="star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 rot="10800000">
            <a:off x="8058825" y="4019625"/>
            <a:ext cx="866224" cy="8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28" title="plante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0926" y="4150675"/>
            <a:ext cx="715717" cy="5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28" title="modulatio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7476723" y="4604824"/>
            <a:ext cx="509400" cy="286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2" name="Google Shape;1112;p28"/>
          <p:cNvCxnSpPr/>
          <p:nvPr/>
        </p:nvCxnSpPr>
        <p:spPr>
          <a:xfrm>
            <a:off x="229431" y="2759375"/>
            <a:ext cx="0" cy="1628400"/>
          </a:xfrm>
          <a:prstGeom prst="straightConnector1">
            <a:avLst/>
          </a:prstGeom>
          <a:noFill/>
          <a:ln cap="flat" cmpd="sng" w="28575">
            <a:solidFill>
              <a:srgbClr val="0038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3" name="Google Shape;1113;p28"/>
          <p:cNvSpPr txBox="1"/>
          <p:nvPr/>
        </p:nvSpPr>
        <p:spPr>
          <a:xfrm>
            <a:off x="178050" y="4150675"/>
            <a:ext cx="5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2A2E3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b="1" sz="800">
              <a:solidFill>
                <a:srgbClr val="62A2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114" name="Google Shape;1114;p28" title="graph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0894" y="3513893"/>
            <a:ext cx="638575" cy="636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28" title="warning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5800" y="3329604"/>
            <a:ext cx="139875" cy="11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28" title="star6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61326" y="3522262"/>
            <a:ext cx="509399" cy="566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28" title="arrow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rot="-5400000">
            <a:off x="8712269" y="1802194"/>
            <a:ext cx="216600" cy="216600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  <p:pic>
        <p:nvPicPr>
          <p:cNvPr id="1118" name="Google Shape;1118;p28" title="dot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-5400000">
            <a:off x="8712281" y="2018793"/>
            <a:ext cx="216600" cy="2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28"/>
          <p:cNvSpPr txBox="1"/>
          <p:nvPr/>
        </p:nvSpPr>
        <p:spPr>
          <a:xfrm>
            <a:off x="1807688" y="4856850"/>
            <a:ext cx="22050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COPYRIGHT BIT BY BIT CODING  © 2026. ALL RIGHTS RESERVED. ANY RESEMBLANCE TO ACTUAL PEOPLE, EVENTS, OR LOCALES IS PURE COINCIDENCE.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0" name="Google Shape;1120;p28"/>
          <p:cNvSpPr txBox="1"/>
          <p:nvPr/>
        </p:nvSpPr>
        <p:spPr>
          <a:xfrm>
            <a:off x="5030713" y="4856850"/>
            <a:ext cx="23871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18°18'00.6"N 64°49'30.5"W          ISO 1600          f5.6          1/2000s          2026/03/01          21:07:30 HOURS         UNIX 1772370534          VERSION 1.0          OS WINDOWS 	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21" name="Google Shape;1121;p28" title="kick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rot="-5400000">
            <a:off x="8386225" y="2831594"/>
            <a:ext cx="766699" cy="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28" title="what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712375" y="223539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28" title="cloud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212744" y="401924"/>
            <a:ext cx="812165" cy="3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28" title="cloud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886913" y="174573"/>
            <a:ext cx="511198" cy="1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28" title="cloud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 flipH="1">
            <a:off x="2475433" y="188326"/>
            <a:ext cx="869517" cy="3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28"/>
          <p:cNvSpPr txBox="1"/>
          <p:nvPr/>
        </p:nvSpPr>
        <p:spPr>
          <a:xfrm>
            <a:off x="5390625" y="222325"/>
            <a:ext cx="19005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">
                <a:solidFill>
                  <a:srgbClr val="62A2E3"/>
                </a:solidFill>
                <a:latin typeface="Inter"/>
                <a:ea typeface="Inter"/>
                <a:cs typeface="Inter"/>
                <a:sym typeface="Inter"/>
              </a:rPr>
              <a:t>BATTERY 010%          CPU 006% AMD RYZEN 9 7845HX          GPU 001% 4.8GB NVDIA RTX 4060 LAPTOP          RAM 13.1GB DDR5 GSTRIX</a:t>
            </a:r>
            <a:endParaRPr b="1" sz="100">
              <a:solidFill>
                <a:srgbClr val="62A2E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27" name="Google Shape;1127;p28" title="compass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983462" y="228605"/>
            <a:ext cx="1177099" cy="114965"/>
          </a:xfrm>
          <a:prstGeom prst="rect">
            <a:avLst/>
          </a:prstGeom>
          <a:solidFill>
            <a:srgbClr val="FCFCFC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