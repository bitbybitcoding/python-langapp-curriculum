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10287000" cx="18288000"/>
  <p:notesSz cx="6858000" cy="9144000"/>
  <p:embeddedFontLst>
    <p:embeddedFont>
      <p:font typeface="Arim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hLQ/YqIZ51PkCzzQZT9rlU06R6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504682A-7A2D-409E-AEE4-10F6986A7761}">
  <a:tblStyle styleId="{C504682A-7A2D-409E-AEE4-10F6986A776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Arimo-bold.fntdata"/><Relationship Id="rId21" Type="http://schemas.openxmlformats.org/officeDocument/2006/relationships/font" Target="fonts/Arimo-regular.fntdata"/><Relationship Id="rId24" Type="http://schemas.openxmlformats.org/officeDocument/2006/relationships/font" Target="fonts/Arimo-boldItalic.fntdata"/><Relationship Id="rId23" Type="http://schemas.openxmlformats.org/officeDocument/2006/relationships/font" Target="fonts/Arimo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484e9054d_0_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04" name="Google Shape;104;g3d484e9054d_0_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5" name="Google Shape;105;g3d484e9054d_0_3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d484e9054d_0_3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" name="Google Shape;107;g3d484e9054d_0_3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08" name="Google Shape;108;g3d484e9054d_0_3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24" name="Google Shape;124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5" name="Google Shape;125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28" name="Google Shape;128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43" name="Google Shape;143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44" name="Google Shape;144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47" name="Google Shape;147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0cd3c281b_0_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56" name="Google Shape;156;g3d0cd3c281b_0_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57" name="Google Shape;157;g3d0cd3c281b_0_0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d0cd3c281b_0_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g3d0cd3c281b_0_0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60" name="Google Shape;160;g3d0cd3c281b_0_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68" name="Google Shape;168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69" name="Google Shape;169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172" name="Google Shape;172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d19a1b4c66_0_7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33" name="Google Shape;233;g3d19a1b4c66_0_7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34" name="Google Shape;234;g3d19a1b4c66_0_76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g3d19a1b4c66_0_76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g3d19a1b4c66_0_76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37" name="Google Shape;237;g3d19a1b4c66_0_76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44" name="Google Shape;244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5" name="Google Shape;245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48" name="Google Shape;248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d0cd3c281b_0_4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55" name="Google Shape;255;g3d0cd3c281b_0_4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56" name="Google Shape;256;g3d0cd3c281b_0_47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d0cd3c281b_0_47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g3d0cd3c281b_0_47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59" name="Google Shape;259;g3d0cd3c281b_0_47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71" name="Google Shape;271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72" name="Google Shape;272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75" name="Google Shape;275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d19a1b4c66_0_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90" name="Google Shape;290;g3d19a1b4c66_0_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91" name="Google Shape;291;g3d19a1b4c66_0_0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g3d19a1b4c66_0_0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3" name="Google Shape;293;g3d19a1b4c66_0_0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294" name="Google Shape;294;g3d19a1b4c66_0_0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d0cd3c281b_0_3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01" name="Google Shape;301;g3d0cd3c281b_0_3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02" name="Google Shape;302;g3d0cd3c281b_0_33:notes"/>
          <p:cNvSpPr/>
          <p:nvPr>
            <p:ph idx="3" type="sldImg"/>
          </p:nvPr>
        </p:nvSpPr>
        <p:spPr>
          <a:xfrm>
            <a:off x="2857500" y="512763"/>
            <a:ext cx="3429000" cy="2567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g3d0cd3c281b_0_33:notes"/>
          <p:cNvSpPr txBox="1"/>
          <p:nvPr>
            <p:ph idx="1" type="body"/>
          </p:nvPr>
        </p:nvSpPr>
        <p:spPr>
          <a:xfrm>
            <a:off x="914400" y="3251200"/>
            <a:ext cx="73152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4" name="Google Shape;304;g3d0cd3c281b_0_33:notes"/>
          <p:cNvSpPr txBox="1"/>
          <p:nvPr>
            <p:ph idx="11" type="ftr"/>
          </p:nvPr>
        </p:nvSpPr>
        <p:spPr>
          <a:xfrm>
            <a:off x="0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05" name="Google Shape;305;g3d0cd3c281b_0_33:notes"/>
          <p:cNvSpPr txBox="1"/>
          <p:nvPr>
            <p:ph idx="12" type="sldNum"/>
          </p:nvPr>
        </p:nvSpPr>
        <p:spPr>
          <a:xfrm>
            <a:off x="5180013" y="6502400"/>
            <a:ext cx="3962400" cy="34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16" name="Google Shape;316;p1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17" name="Google Shape;317;p1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1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9" name="Google Shape;319;p1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20" name="Google Shape;320;p1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1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34" name="Google Shape;334;p1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335" name="Google Shape;335;p1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1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7" name="Google Shape;337;p1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200"/>
          </a:p>
        </p:txBody>
      </p:sp>
      <p:sp>
        <p:nvSpPr>
          <p:cNvPr id="338" name="Google Shape;338;p1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6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6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6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.jp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tinyurl.com/12-weekpython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Relationship Id="rId4" Type="http://schemas.openxmlformats.org/officeDocument/2006/relationships/image" Target="../media/image1.jpg"/><Relationship Id="rId5" Type="http://schemas.openxmlformats.org/officeDocument/2006/relationships/image" Target="../media/image10.png"/><Relationship Id="rId6" Type="http://schemas.openxmlformats.org/officeDocument/2006/relationships/image" Target="../media/image15.png"/><Relationship Id="rId7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1.jpg"/><Relationship Id="rId5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DC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555003" y="555003"/>
            <a:ext cx="17177956" cy="9198007"/>
          </a:xfrm>
          <a:custGeom>
            <a:rect b="b" l="l" r="r" t="t"/>
            <a:pathLst>
              <a:path extrusionOk="0" h="12264009" w="22903942">
                <a:moveTo>
                  <a:pt x="0" y="0"/>
                </a:moveTo>
                <a:lnTo>
                  <a:pt x="22903942" y="0"/>
                </a:lnTo>
                <a:lnTo>
                  <a:pt x="22903942" y="12264009"/>
                </a:lnTo>
                <a:lnTo>
                  <a:pt x="0" y="122640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0"/>
            </a:blip>
            <a:stretch>
              <a:fillRect b="-5065" l="0" r="0" t="0"/>
            </a:stretch>
          </a:blipFill>
          <a:ln>
            <a:noFill/>
          </a:ln>
        </p:spPr>
      </p:sp>
      <p:cxnSp>
        <p:nvCxnSpPr>
          <p:cNvPr id="93" name="Google Shape;93;p1"/>
          <p:cNvCxnSpPr/>
          <p:nvPr/>
        </p:nvCxnSpPr>
        <p:spPr>
          <a:xfrm rot="4320">
            <a:off x="1601772" y="1580388"/>
            <a:ext cx="15113260" cy="0"/>
          </a:xfrm>
          <a:prstGeom prst="straightConnector1">
            <a:avLst/>
          </a:prstGeom>
          <a:noFill/>
          <a:ln cap="rnd" cmpd="sng" w="9525">
            <a:solidFill>
              <a:srgbClr val="3C404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" name="Google Shape;94;p1"/>
          <p:cNvCxnSpPr/>
          <p:nvPr/>
        </p:nvCxnSpPr>
        <p:spPr>
          <a:xfrm rot="4320">
            <a:off x="1601772" y="9038787"/>
            <a:ext cx="15113260" cy="0"/>
          </a:xfrm>
          <a:prstGeom prst="straightConnector1">
            <a:avLst/>
          </a:prstGeom>
          <a:noFill/>
          <a:ln cap="rnd" cmpd="sng" w="9525">
            <a:solidFill>
              <a:srgbClr val="3C4043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95" name="Google Shape;95;p1"/>
          <p:cNvGrpSpPr/>
          <p:nvPr/>
        </p:nvGrpSpPr>
        <p:grpSpPr>
          <a:xfrm>
            <a:off x="555003" y="374177"/>
            <a:ext cx="17178004" cy="9378823"/>
            <a:chOff x="0" y="-47625"/>
            <a:chExt cx="4524248" cy="2470143"/>
          </a:xfrm>
        </p:grpSpPr>
        <p:sp>
          <p:nvSpPr>
            <p:cNvPr id="96" name="Google Shape;96;p1"/>
            <p:cNvSpPr/>
            <p:nvPr/>
          </p:nvSpPr>
          <p:spPr>
            <a:xfrm>
              <a:off x="0" y="0"/>
              <a:ext cx="4524248" cy="2422518"/>
            </a:xfrm>
            <a:custGeom>
              <a:rect b="b" l="l" r="r" t="t"/>
              <a:pathLst>
                <a:path extrusionOk="0" h="2422518" w="4524248">
                  <a:moveTo>
                    <a:pt x="0" y="0"/>
                  </a:moveTo>
                  <a:lnTo>
                    <a:pt x="4524248" y="0"/>
                  </a:lnTo>
                  <a:lnTo>
                    <a:pt x="4524248" y="2422518"/>
                  </a:lnTo>
                  <a:lnTo>
                    <a:pt x="0" y="2422518"/>
                  </a:lnTo>
                  <a:close/>
                </a:path>
              </a:pathLst>
            </a:custGeom>
            <a:solidFill>
              <a:srgbClr val="FFF2DC"/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97" name="Google Shape;97;p1"/>
            <p:cNvSpPr txBox="1"/>
            <p:nvPr/>
          </p:nvSpPr>
          <p:spPr>
            <a:xfrm>
              <a:off x="0" y="-47625"/>
              <a:ext cx="4524248" cy="24701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7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8" name="Google Shape;98;p1"/>
          <p:cNvGrpSpPr/>
          <p:nvPr/>
        </p:nvGrpSpPr>
        <p:grpSpPr>
          <a:xfrm>
            <a:off x="1591046" y="4646200"/>
            <a:ext cx="9676200" cy="2906401"/>
            <a:chOff x="0" y="0"/>
            <a:chExt cx="12901600" cy="3875202"/>
          </a:xfrm>
        </p:grpSpPr>
        <p:sp>
          <p:nvSpPr>
            <p:cNvPr id="99" name="Google Shape;99;p1"/>
            <p:cNvSpPr/>
            <p:nvPr/>
          </p:nvSpPr>
          <p:spPr>
            <a:xfrm>
              <a:off x="0" y="0"/>
              <a:ext cx="12901600" cy="3875200"/>
            </a:xfrm>
            <a:custGeom>
              <a:rect b="b" l="l" r="r" t="t"/>
              <a:pathLst>
                <a:path extrusionOk="0" h="3875200" w="12901600">
                  <a:moveTo>
                    <a:pt x="0" y="0"/>
                  </a:moveTo>
                  <a:lnTo>
                    <a:pt x="12901600" y="0"/>
                  </a:lnTo>
                  <a:lnTo>
                    <a:pt x="12901600" y="3875200"/>
                  </a:lnTo>
                  <a:lnTo>
                    <a:pt x="0" y="38752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4871" l="0" r="0" t="-14870"/>
              </a:stretch>
            </a:blipFill>
            <a:ln>
              <a:noFill/>
            </a:ln>
          </p:spPr>
        </p:sp>
        <p:sp>
          <p:nvSpPr>
            <p:cNvPr id="100" name="Google Shape;100;p1"/>
            <p:cNvSpPr txBox="1"/>
            <p:nvPr/>
          </p:nvSpPr>
          <p:spPr>
            <a:xfrm>
              <a:off x="0" y="200025"/>
              <a:ext cx="12901600" cy="36751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999"/>
                <a:buFont typeface="Arial"/>
                <a:buNone/>
              </a:pPr>
              <a:r>
                <a:rPr b="0" i="0" lang="en-US" sz="9999" u="none" cap="none" strike="noStrike">
                  <a:solidFill>
                    <a:srgbClr val="3C4043"/>
                  </a:solidFill>
                  <a:latin typeface="Arimo"/>
                  <a:ea typeface="Arimo"/>
                  <a:cs typeface="Arimo"/>
                  <a:sym typeface="Arimo"/>
                </a:rPr>
                <a:t>Welcome to BbB!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" name="Google Shape;101;p1"/>
          <p:cNvSpPr txBox="1"/>
          <p:nvPr/>
        </p:nvSpPr>
        <p:spPr>
          <a:xfrm>
            <a:off x="1642005" y="8040929"/>
            <a:ext cx="11718598" cy="95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Bit by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DC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d484e9054d_0_3"/>
          <p:cNvSpPr/>
          <p:nvPr/>
        </p:nvSpPr>
        <p:spPr>
          <a:xfrm>
            <a:off x="555003" y="555003"/>
            <a:ext cx="17177957" cy="9198007"/>
          </a:xfrm>
          <a:custGeom>
            <a:rect b="b" l="l" r="r" t="t"/>
            <a:pathLst>
              <a:path extrusionOk="0" h="12264009" w="22903942">
                <a:moveTo>
                  <a:pt x="0" y="0"/>
                </a:moveTo>
                <a:lnTo>
                  <a:pt x="22903942" y="0"/>
                </a:lnTo>
                <a:lnTo>
                  <a:pt x="22903942" y="12264009"/>
                </a:lnTo>
                <a:lnTo>
                  <a:pt x="0" y="122640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0000"/>
            </a:blip>
            <a:stretch>
              <a:fillRect b="-5070" l="0" r="0" t="0"/>
            </a:stretch>
          </a:blipFill>
          <a:ln>
            <a:noFill/>
          </a:ln>
        </p:spPr>
      </p:sp>
      <p:cxnSp>
        <p:nvCxnSpPr>
          <p:cNvPr id="111" name="Google Shape;111;g3d484e9054d_0_3"/>
          <p:cNvCxnSpPr/>
          <p:nvPr/>
        </p:nvCxnSpPr>
        <p:spPr>
          <a:xfrm rot="4299">
            <a:off x="1601772" y="1580342"/>
            <a:ext cx="15113112" cy="0"/>
          </a:xfrm>
          <a:prstGeom prst="straightConnector1">
            <a:avLst/>
          </a:prstGeom>
          <a:noFill/>
          <a:ln cap="rnd" cmpd="sng" w="9525">
            <a:solidFill>
              <a:srgbClr val="3C404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" name="Google Shape;112;g3d484e9054d_0_3"/>
          <p:cNvCxnSpPr/>
          <p:nvPr/>
        </p:nvCxnSpPr>
        <p:spPr>
          <a:xfrm rot="4299">
            <a:off x="1601772" y="9038741"/>
            <a:ext cx="15113112" cy="0"/>
          </a:xfrm>
          <a:prstGeom prst="straightConnector1">
            <a:avLst/>
          </a:prstGeom>
          <a:noFill/>
          <a:ln cap="rnd" cmpd="sng" w="9525">
            <a:solidFill>
              <a:srgbClr val="3C4043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13" name="Google Shape;113;g3d484e9054d_0_3"/>
          <p:cNvGrpSpPr/>
          <p:nvPr/>
        </p:nvGrpSpPr>
        <p:grpSpPr>
          <a:xfrm>
            <a:off x="555003" y="374176"/>
            <a:ext cx="17178315" cy="9379102"/>
            <a:chOff x="0" y="-47625"/>
            <a:chExt cx="4524300" cy="2470200"/>
          </a:xfrm>
        </p:grpSpPr>
        <p:sp>
          <p:nvSpPr>
            <p:cNvPr id="114" name="Google Shape;114;g3d484e9054d_0_3"/>
            <p:cNvSpPr/>
            <p:nvPr/>
          </p:nvSpPr>
          <p:spPr>
            <a:xfrm>
              <a:off x="0" y="0"/>
              <a:ext cx="4524248" cy="2422518"/>
            </a:xfrm>
            <a:custGeom>
              <a:rect b="b" l="l" r="r" t="t"/>
              <a:pathLst>
                <a:path extrusionOk="0" h="2422518" w="4524248">
                  <a:moveTo>
                    <a:pt x="0" y="0"/>
                  </a:moveTo>
                  <a:lnTo>
                    <a:pt x="4524248" y="0"/>
                  </a:lnTo>
                  <a:lnTo>
                    <a:pt x="4524248" y="2422518"/>
                  </a:lnTo>
                  <a:lnTo>
                    <a:pt x="0" y="2422518"/>
                  </a:lnTo>
                  <a:close/>
                </a:path>
              </a:pathLst>
            </a:custGeom>
            <a:solidFill>
              <a:srgbClr val="FFF2DC"/>
            </a:solidFill>
            <a:ln cap="sq" cmpd="sng" w="381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</p:sp>
        <p:sp>
          <p:nvSpPr>
            <p:cNvPr id="115" name="Google Shape;115;g3d484e9054d_0_3"/>
            <p:cNvSpPr txBox="1"/>
            <p:nvPr/>
          </p:nvSpPr>
          <p:spPr>
            <a:xfrm>
              <a:off x="0" y="-47625"/>
              <a:ext cx="4524300" cy="247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3794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6" name="Google Shape;116;g3d484e9054d_0_3"/>
          <p:cNvGrpSpPr/>
          <p:nvPr/>
        </p:nvGrpSpPr>
        <p:grpSpPr>
          <a:xfrm>
            <a:off x="1591046" y="4646200"/>
            <a:ext cx="9676200" cy="2906494"/>
            <a:chOff x="0" y="0"/>
            <a:chExt cx="12901600" cy="3875325"/>
          </a:xfrm>
        </p:grpSpPr>
        <p:sp>
          <p:nvSpPr>
            <p:cNvPr id="117" name="Google Shape;117;g3d484e9054d_0_3"/>
            <p:cNvSpPr/>
            <p:nvPr/>
          </p:nvSpPr>
          <p:spPr>
            <a:xfrm>
              <a:off x="0" y="0"/>
              <a:ext cx="12901600" cy="3875200"/>
            </a:xfrm>
            <a:custGeom>
              <a:rect b="b" l="l" r="r" t="t"/>
              <a:pathLst>
                <a:path extrusionOk="0" h="3875200" w="12901600">
                  <a:moveTo>
                    <a:pt x="0" y="0"/>
                  </a:moveTo>
                  <a:lnTo>
                    <a:pt x="12901600" y="0"/>
                  </a:lnTo>
                  <a:lnTo>
                    <a:pt x="12901600" y="3875200"/>
                  </a:lnTo>
                  <a:lnTo>
                    <a:pt x="0" y="38752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4869" l="0" r="0" t="-14869"/>
              </a:stretch>
            </a:blipFill>
            <a:ln>
              <a:noFill/>
            </a:ln>
          </p:spPr>
        </p:sp>
        <p:sp>
          <p:nvSpPr>
            <p:cNvPr id="118" name="Google Shape;118;g3d484e9054d_0_3"/>
            <p:cNvSpPr txBox="1"/>
            <p:nvPr/>
          </p:nvSpPr>
          <p:spPr>
            <a:xfrm>
              <a:off x="0" y="200025"/>
              <a:ext cx="12901500" cy="367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5999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999"/>
                <a:buFont typeface="Arial"/>
                <a:buNone/>
              </a:pPr>
              <a:r>
                <a:rPr b="0" i="0" lang="en-US" sz="9999" u="none" cap="none" strike="noStrike">
                  <a:solidFill>
                    <a:srgbClr val="3C4043"/>
                  </a:solidFill>
                  <a:latin typeface="Arimo"/>
                  <a:ea typeface="Arimo"/>
                  <a:cs typeface="Arimo"/>
                  <a:sym typeface="Arimo"/>
                </a:rPr>
                <a:t>Attendance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" name="Google Shape;119;g3d484e9054d_0_3"/>
          <p:cNvSpPr txBox="1"/>
          <p:nvPr/>
        </p:nvSpPr>
        <p:spPr>
          <a:xfrm>
            <a:off x="1642005" y="8040929"/>
            <a:ext cx="11718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Bit by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g3d484e9054d_0_3" title="12-Week Python Attendance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81450" y="-1186237"/>
            <a:ext cx="12659475" cy="126594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d484e9054d_0_3"/>
          <p:cNvSpPr txBox="1"/>
          <p:nvPr/>
        </p:nvSpPr>
        <p:spPr>
          <a:xfrm>
            <a:off x="1642000" y="2236300"/>
            <a:ext cx="6641700" cy="29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WIFI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*ScapeWi-Fi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PASSWORD: iheartorange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DC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"/>
          <p:cNvSpPr/>
          <p:nvPr/>
        </p:nvSpPr>
        <p:spPr>
          <a:xfrm>
            <a:off x="548249" y="3727152"/>
            <a:ext cx="5550598" cy="5990368"/>
          </a:xfrm>
          <a:custGeom>
            <a:rect b="b" l="l" r="r" t="t"/>
            <a:pathLst>
              <a:path extrusionOk="0" h="7987157" w="7400798">
                <a:moveTo>
                  <a:pt x="0" y="0"/>
                </a:moveTo>
                <a:lnTo>
                  <a:pt x="7400798" y="0"/>
                </a:lnTo>
                <a:lnTo>
                  <a:pt x="7400798" y="7987157"/>
                </a:lnTo>
                <a:lnTo>
                  <a:pt x="0" y="79871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9999"/>
            </a:blip>
            <a:stretch>
              <a:fillRect b="-22585" l="-3341" r="-209520" t="-32466"/>
            </a:stretch>
          </a:blipFill>
          <a:ln>
            <a:noFill/>
          </a:ln>
        </p:spPr>
      </p:sp>
      <p:sp>
        <p:nvSpPr>
          <p:cNvPr id="131" name="Google Shape;131;p3"/>
          <p:cNvSpPr/>
          <p:nvPr/>
        </p:nvSpPr>
        <p:spPr>
          <a:xfrm>
            <a:off x="6360900" y="3727152"/>
            <a:ext cx="5550598" cy="5990368"/>
          </a:xfrm>
          <a:custGeom>
            <a:rect b="b" l="l" r="r" t="t"/>
            <a:pathLst>
              <a:path extrusionOk="0" h="7987157" w="7400798">
                <a:moveTo>
                  <a:pt x="0" y="0"/>
                </a:moveTo>
                <a:lnTo>
                  <a:pt x="7400798" y="0"/>
                </a:lnTo>
                <a:lnTo>
                  <a:pt x="7400798" y="7987157"/>
                </a:lnTo>
                <a:lnTo>
                  <a:pt x="0" y="79871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9999"/>
            </a:blip>
            <a:stretch>
              <a:fillRect b="-22585" l="-3341" r="-209520" t="-32466"/>
            </a:stretch>
          </a:blipFill>
          <a:ln>
            <a:noFill/>
          </a:ln>
        </p:spPr>
      </p:sp>
      <p:sp>
        <p:nvSpPr>
          <p:cNvPr id="132" name="Google Shape;132;p3"/>
          <p:cNvSpPr/>
          <p:nvPr/>
        </p:nvSpPr>
        <p:spPr>
          <a:xfrm>
            <a:off x="12173550" y="3727152"/>
            <a:ext cx="5550598" cy="5990368"/>
          </a:xfrm>
          <a:custGeom>
            <a:rect b="b" l="l" r="r" t="t"/>
            <a:pathLst>
              <a:path extrusionOk="0" h="7987157" w="7400798">
                <a:moveTo>
                  <a:pt x="0" y="0"/>
                </a:moveTo>
                <a:lnTo>
                  <a:pt x="7400798" y="0"/>
                </a:lnTo>
                <a:lnTo>
                  <a:pt x="7400798" y="7987157"/>
                </a:lnTo>
                <a:lnTo>
                  <a:pt x="0" y="798715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9999"/>
            </a:blip>
            <a:stretch>
              <a:fillRect b="-22585" l="-3341" r="-209520" t="-32466"/>
            </a:stretch>
          </a:blipFill>
          <a:ln>
            <a:noFill/>
          </a:ln>
        </p:spPr>
      </p:sp>
      <p:sp>
        <p:nvSpPr>
          <p:cNvPr id="133" name="Google Shape;133;p3"/>
          <p:cNvSpPr txBox="1"/>
          <p:nvPr/>
        </p:nvSpPr>
        <p:spPr>
          <a:xfrm>
            <a:off x="555003" y="895350"/>
            <a:ext cx="17178004" cy="170714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Mission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555003" y="538667"/>
            <a:ext cx="3260398" cy="293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Bit by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960501" y="5916778"/>
            <a:ext cx="4772997" cy="2032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BbB a group of students and volunteers seeking to make a difference in STEM and coding education in Singapore.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6844951" y="5764378"/>
            <a:ext cx="4773000" cy="19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We provide </a:t>
            </a:r>
            <a:r>
              <a:rPr b="1" i="0" lang="en-US" sz="2200" u="sng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free</a:t>
            </a:r>
            <a:r>
              <a:rPr b="1" i="0" lang="en-US" sz="22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b="0" i="0" lang="en-US" sz="22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coding and STEM lessons for teens aged 13 to 18, empowering them to create something amazing in their own lives.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12653248" y="5611978"/>
            <a:ext cx="4634398" cy="2032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Coding in Singapore is an expensive hobby. Private enrichment classes in coding and robotics are pricey, remaining out of reach for many middle and lower-income children and teenagers.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 txBox="1"/>
          <p:nvPr/>
        </p:nvSpPr>
        <p:spPr>
          <a:xfrm>
            <a:off x="960501" y="4140213"/>
            <a:ext cx="4772997" cy="1358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Who</a:t>
            </a:r>
            <a:r>
              <a:rPr b="0" i="0" lang="en-US" sz="40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we are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/>
          <p:cNvSpPr txBox="1"/>
          <p:nvPr/>
        </p:nvSpPr>
        <p:spPr>
          <a:xfrm>
            <a:off x="6749701" y="4140203"/>
            <a:ext cx="4772997" cy="1358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What</a:t>
            </a:r>
            <a:r>
              <a:rPr b="0" i="0" lang="en-US" sz="40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we 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 txBox="1"/>
          <p:nvPr/>
        </p:nvSpPr>
        <p:spPr>
          <a:xfrm>
            <a:off x="12550702" y="4140203"/>
            <a:ext cx="4772997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sng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Why</a:t>
            </a:r>
            <a:r>
              <a:rPr b="0" i="0" lang="en-US" sz="40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we do 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DC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"/>
          <p:cNvSpPr txBox="1"/>
          <p:nvPr/>
        </p:nvSpPr>
        <p:spPr>
          <a:xfrm>
            <a:off x="555003" y="895350"/>
            <a:ext cx="1717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Our Partner</a:t>
            </a:r>
            <a:r>
              <a:rPr lang="en-US" sz="6000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s!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 txBox="1"/>
          <p:nvPr/>
        </p:nvSpPr>
        <p:spPr>
          <a:xfrm>
            <a:off x="555003" y="538667"/>
            <a:ext cx="3260398" cy="293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Bit by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2069150" y="4165052"/>
            <a:ext cx="5349084" cy="1956892"/>
          </a:xfrm>
          <a:custGeom>
            <a:rect b="b" l="l" r="r" t="t"/>
            <a:pathLst>
              <a:path extrusionOk="0" h="1709076" w="5143350">
                <a:moveTo>
                  <a:pt x="0" y="0"/>
                </a:moveTo>
                <a:lnTo>
                  <a:pt x="5143350" y="0"/>
                </a:lnTo>
                <a:lnTo>
                  <a:pt x="5143350" y="1709075"/>
                </a:lnTo>
                <a:lnTo>
                  <a:pt x="0" y="17090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52" name="Google Shape;152;p4" title="SGPO 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25348" y="3643950"/>
            <a:ext cx="6267525" cy="29991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4" title="IMG_020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12488" y="6963742"/>
            <a:ext cx="6663025" cy="167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DC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0cd3c281b_0_0"/>
          <p:cNvSpPr txBox="1"/>
          <p:nvPr/>
        </p:nvSpPr>
        <p:spPr>
          <a:xfrm>
            <a:off x="555003" y="895350"/>
            <a:ext cx="1717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Learning by Making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d0cd3c281b_0_0"/>
          <p:cNvSpPr txBox="1"/>
          <p:nvPr/>
        </p:nvSpPr>
        <p:spPr>
          <a:xfrm>
            <a:off x="555003" y="538667"/>
            <a:ext cx="3260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Bit by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d0cd3c281b_0_0"/>
          <p:cNvSpPr txBox="1"/>
          <p:nvPr/>
        </p:nvSpPr>
        <p:spPr>
          <a:xfrm>
            <a:off x="9459900" y="2386775"/>
            <a:ext cx="7814100" cy="77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●"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Boring Slides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prioritise creating visible, working code over passive theory.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●"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Live Coding Demonstrations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Tutors code alongside you, showing immediate results and narrating their thought process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572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Char char="●"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Just-in-Time Learning </a:t>
            </a:r>
            <a:endParaRPr b="1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Programming concepts are introduced exactly when you need them to complete your projects, making abstract ideas immediately relevant. 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5" name="Google Shape;165;g3d0cd3c281b_0_0" title="Untitled design (1)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4975" y="3280550"/>
            <a:ext cx="7114049" cy="5496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DC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"/>
          <p:cNvSpPr txBox="1"/>
          <p:nvPr/>
        </p:nvSpPr>
        <p:spPr>
          <a:xfrm>
            <a:off x="555003" y="895350"/>
            <a:ext cx="1717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Lesson Structure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" name="Google Shape;175;p5"/>
          <p:cNvCxnSpPr/>
          <p:nvPr/>
        </p:nvCxnSpPr>
        <p:spPr>
          <a:xfrm rot="3840">
            <a:off x="555069" y="5734736"/>
            <a:ext cx="17177861" cy="0"/>
          </a:xfrm>
          <a:prstGeom prst="straightConnector1">
            <a:avLst/>
          </a:prstGeom>
          <a:noFill/>
          <a:ln cap="rnd" cmpd="sng" w="9525">
            <a:solidFill>
              <a:srgbClr val="3C4043"/>
            </a:solidFill>
            <a:prstDash val="solid"/>
            <a:round/>
            <a:headEnd len="lg" w="lg" type="oval"/>
            <a:tailEnd len="lg" w="lg" type="oval"/>
          </a:ln>
        </p:spPr>
      </p:cxnSp>
      <p:sp>
        <p:nvSpPr>
          <p:cNvPr id="176" name="Google Shape;176;p5"/>
          <p:cNvSpPr txBox="1"/>
          <p:nvPr/>
        </p:nvSpPr>
        <p:spPr>
          <a:xfrm>
            <a:off x="366490" y="6035097"/>
            <a:ext cx="2496600" cy="36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rPr b="0" i="0" lang="en-US" sz="2599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Administrative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77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t/>
            </a:r>
            <a:endParaRPr b="0" i="0" sz="2599" u="none" cap="none" strike="noStrike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53931" lvl="1" marL="907865" marR="0" rtl="0" algn="l">
              <a:lnSpc>
                <a:spcPct val="138021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799"/>
              <a:buFont typeface="Arial"/>
              <a:buChar char="•"/>
            </a:pPr>
            <a:r>
              <a:rPr b="0" i="0" lang="en-US" sz="1799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Attendance</a:t>
            </a:r>
            <a:endParaRPr b="0" i="0" sz="1799" u="none" cap="none" strike="noStrike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42836" lvl="1" marL="914400" marR="0" rtl="0" algn="l">
              <a:lnSpc>
                <a:spcPct val="138021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799"/>
              <a:buFont typeface="Arial"/>
              <a:buChar char="•"/>
            </a:pPr>
            <a:r>
              <a:rPr b="0" i="0" lang="en-US" sz="1799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Recap of previous session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9"/>
              <a:buFont typeface="Arial"/>
              <a:buNone/>
            </a:pPr>
            <a:r>
              <a:t/>
            </a:r>
            <a:endParaRPr b="0" i="0" sz="1799" u="none" cap="none" strike="noStrike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8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8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9"/>
              <a:buFont typeface="Arial"/>
              <a:buNone/>
            </a:pPr>
            <a:r>
              <a:rPr b="0" i="0" lang="en-US" sz="1799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7" name="Google Shape;177;p5"/>
          <p:cNvCxnSpPr/>
          <p:nvPr/>
        </p:nvCxnSpPr>
        <p:spPr>
          <a:xfrm rot="5323432">
            <a:off x="1306736" y="5256458"/>
            <a:ext cx="862114" cy="0"/>
          </a:xfrm>
          <a:prstGeom prst="straightConnector1">
            <a:avLst/>
          </a:prstGeom>
          <a:noFill/>
          <a:ln cap="rnd" cmpd="sng" w="9525">
            <a:solidFill>
              <a:srgbClr val="3C404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5"/>
          <p:cNvCxnSpPr/>
          <p:nvPr/>
        </p:nvCxnSpPr>
        <p:spPr>
          <a:xfrm rot="5323432">
            <a:off x="4186839" y="5256458"/>
            <a:ext cx="862114" cy="0"/>
          </a:xfrm>
          <a:prstGeom prst="straightConnector1">
            <a:avLst/>
          </a:prstGeom>
          <a:noFill/>
          <a:ln cap="rnd" cmpd="sng" w="9525">
            <a:solidFill>
              <a:srgbClr val="3C404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p5"/>
          <p:cNvCxnSpPr/>
          <p:nvPr/>
        </p:nvCxnSpPr>
        <p:spPr>
          <a:xfrm rot="5323432">
            <a:off x="7066941" y="5256458"/>
            <a:ext cx="862114" cy="0"/>
          </a:xfrm>
          <a:prstGeom prst="straightConnector1">
            <a:avLst/>
          </a:prstGeom>
          <a:noFill/>
          <a:ln cap="rnd" cmpd="sng" w="9525">
            <a:solidFill>
              <a:srgbClr val="3C404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5"/>
          <p:cNvCxnSpPr/>
          <p:nvPr/>
        </p:nvCxnSpPr>
        <p:spPr>
          <a:xfrm rot="5323432">
            <a:off x="9947035" y="5256458"/>
            <a:ext cx="862114" cy="0"/>
          </a:xfrm>
          <a:prstGeom prst="straightConnector1">
            <a:avLst/>
          </a:prstGeom>
          <a:noFill/>
          <a:ln cap="rnd" cmpd="sng" w="9525">
            <a:solidFill>
              <a:srgbClr val="3C404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" name="Google Shape;181;p5"/>
          <p:cNvCxnSpPr/>
          <p:nvPr/>
        </p:nvCxnSpPr>
        <p:spPr>
          <a:xfrm rot="5323432">
            <a:off x="12827138" y="5256458"/>
            <a:ext cx="862114" cy="0"/>
          </a:xfrm>
          <a:prstGeom prst="straightConnector1">
            <a:avLst/>
          </a:prstGeom>
          <a:noFill/>
          <a:ln cap="rnd" cmpd="sng" w="9525">
            <a:solidFill>
              <a:srgbClr val="3C4043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2" name="Google Shape;182;p5"/>
          <p:cNvGrpSpPr/>
          <p:nvPr/>
        </p:nvGrpSpPr>
        <p:grpSpPr>
          <a:xfrm>
            <a:off x="939924" y="4326988"/>
            <a:ext cx="1643853" cy="522351"/>
            <a:chOff x="0" y="-19050"/>
            <a:chExt cx="2191804" cy="696468"/>
          </a:xfrm>
        </p:grpSpPr>
        <p:sp>
          <p:nvSpPr>
            <p:cNvPr id="183" name="Google Shape;183;p5"/>
            <p:cNvSpPr/>
            <p:nvPr/>
          </p:nvSpPr>
          <p:spPr>
            <a:xfrm>
              <a:off x="12700" y="12700"/>
              <a:ext cx="2166366" cy="652018"/>
            </a:xfrm>
            <a:custGeom>
              <a:rect b="b" l="l" r="r" t="t"/>
              <a:pathLst>
                <a:path extrusionOk="0" h="652018" w="2166366">
                  <a:moveTo>
                    <a:pt x="0" y="326009"/>
                  </a:moveTo>
                  <a:cubicBezTo>
                    <a:pt x="0" y="145923"/>
                    <a:pt x="149860" y="0"/>
                    <a:pt x="334772" y="0"/>
                  </a:cubicBezTo>
                  <a:lnTo>
                    <a:pt x="1831594" y="0"/>
                  </a:lnTo>
                  <a:cubicBezTo>
                    <a:pt x="2016506" y="0"/>
                    <a:pt x="2166366" y="145923"/>
                    <a:pt x="2166366" y="326009"/>
                  </a:cubicBezTo>
                  <a:cubicBezTo>
                    <a:pt x="2166366" y="506095"/>
                    <a:pt x="2016506" y="652018"/>
                    <a:pt x="1831594" y="652018"/>
                  </a:cubicBezTo>
                  <a:lnTo>
                    <a:pt x="334772" y="652018"/>
                  </a:lnTo>
                  <a:cubicBezTo>
                    <a:pt x="149860" y="652018"/>
                    <a:pt x="0" y="506095"/>
                    <a:pt x="0" y="326009"/>
                  </a:cubicBezTo>
                  <a:close/>
                </a:path>
              </a:pathLst>
            </a:custGeom>
            <a:solidFill>
              <a:srgbClr val="FFF2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5"/>
            <p:cNvSpPr/>
            <p:nvPr/>
          </p:nvSpPr>
          <p:spPr>
            <a:xfrm>
              <a:off x="0" y="0"/>
              <a:ext cx="2191766" cy="677418"/>
            </a:xfrm>
            <a:custGeom>
              <a:rect b="b" l="l" r="r" t="t"/>
              <a:pathLst>
                <a:path extrusionOk="0" h="677418" w="2191766">
                  <a:moveTo>
                    <a:pt x="0" y="338709"/>
                  </a:moveTo>
                  <a:cubicBezTo>
                    <a:pt x="0" y="151384"/>
                    <a:pt x="155829" y="0"/>
                    <a:pt x="347472" y="0"/>
                  </a:cubicBezTo>
                  <a:lnTo>
                    <a:pt x="1844294" y="0"/>
                  </a:lnTo>
                  <a:lnTo>
                    <a:pt x="1844294" y="12700"/>
                  </a:lnTo>
                  <a:lnTo>
                    <a:pt x="1844294" y="0"/>
                  </a:lnTo>
                  <a:lnTo>
                    <a:pt x="1844294" y="12700"/>
                  </a:lnTo>
                  <a:lnTo>
                    <a:pt x="1844294" y="0"/>
                  </a:lnTo>
                  <a:cubicBezTo>
                    <a:pt x="2035937" y="0"/>
                    <a:pt x="2191766" y="151384"/>
                    <a:pt x="2191766" y="338709"/>
                  </a:cubicBezTo>
                  <a:lnTo>
                    <a:pt x="2179066" y="338709"/>
                  </a:lnTo>
                  <a:lnTo>
                    <a:pt x="2191766" y="338709"/>
                  </a:lnTo>
                  <a:lnTo>
                    <a:pt x="2179066" y="338709"/>
                  </a:lnTo>
                  <a:lnTo>
                    <a:pt x="2191766" y="338709"/>
                  </a:lnTo>
                  <a:cubicBezTo>
                    <a:pt x="2191766" y="526034"/>
                    <a:pt x="2035937" y="677418"/>
                    <a:pt x="1844294" y="677418"/>
                  </a:cubicBezTo>
                  <a:lnTo>
                    <a:pt x="1844294" y="664718"/>
                  </a:lnTo>
                  <a:lnTo>
                    <a:pt x="1844294" y="677418"/>
                  </a:lnTo>
                  <a:lnTo>
                    <a:pt x="347472" y="677418"/>
                  </a:lnTo>
                  <a:lnTo>
                    <a:pt x="347472" y="664718"/>
                  </a:lnTo>
                  <a:lnTo>
                    <a:pt x="347472" y="677418"/>
                  </a:lnTo>
                  <a:cubicBezTo>
                    <a:pt x="155829" y="677418"/>
                    <a:pt x="0" y="526034"/>
                    <a:pt x="0" y="338709"/>
                  </a:cubicBezTo>
                  <a:lnTo>
                    <a:pt x="12700" y="338709"/>
                  </a:lnTo>
                  <a:lnTo>
                    <a:pt x="0" y="338709"/>
                  </a:lnTo>
                  <a:moveTo>
                    <a:pt x="25400" y="338709"/>
                  </a:moveTo>
                  <a:lnTo>
                    <a:pt x="12700" y="338709"/>
                  </a:lnTo>
                  <a:lnTo>
                    <a:pt x="25400" y="338709"/>
                  </a:lnTo>
                  <a:cubicBezTo>
                    <a:pt x="25400" y="511429"/>
                    <a:pt x="169291" y="652018"/>
                    <a:pt x="347472" y="652018"/>
                  </a:cubicBezTo>
                  <a:lnTo>
                    <a:pt x="1844294" y="652018"/>
                  </a:lnTo>
                  <a:cubicBezTo>
                    <a:pt x="2022475" y="652018"/>
                    <a:pt x="2166366" y="511429"/>
                    <a:pt x="2166366" y="338709"/>
                  </a:cubicBezTo>
                  <a:cubicBezTo>
                    <a:pt x="2166366" y="165989"/>
                    <a:pt x="2022475" y="25400"/>
                    <a:pt x="1844294" y="25400"/>
                  </a:cubicBezTo>
                  <a:lnTo>
                    <a:pt x="347472" y="25400"/>
                  </a:lnTo>
                  <a:lnTo>
                    <a:pt x="347472" y="12700"/>
                  </a:lnTo>
                  <a:lnTo>
                    <a:pt x="347472" y="25400"/>
                  </a:lnTo>
                  <a:cubicBezTo>
                    <a:pt x="169291" y="25400"/>
                    <a:pt x="25400" y="165989"/>
                    <a:pt x="25400" y="338709"/>
                  </a:cubicBezTo>
                  <a:close/>
                </a:path>
              </a:pathLst>
            </a:custGeom>
            <a:solidFill>
              <a:srgbClr val="3C40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5"/>
            <p:cNvSpPr txBox="1"/>
            <p:nvPr/>
          </p:nvSpPr>
          <p:spPr>
            <a:xfrm>
              <a:off x="0" y="-19050"/>
              <a:ext cx="2191804" cy="6964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3C4043"/>
                  </a:solidFill>
                  <a:latin typeface="Arimo"/>
                  <a:ea typeface="Arimo"/>
                  <a:cs typeface="Arimo"/>
                  <a:sym typeface="Arimo"/>
                </a:rPr>
                <a:t>0:00 - 0:15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6" name="Google Shape;186;p5"/>
          <p:cNvGrpSpPr/>
          <p:nvPr/>
        </p:nvGrpSpPr>
        <p:grpSpPr>
          <a:xfrm>
            <a:off x="1668196" y="5672976"/>
            <a:ext cx="139065" cy="139065"/>
            <a:chOff x="0" y="0"/>
            <a:chExt cx="185420" cy="185420"/>
          </a:xfrm>
        </p:grpSpPr>
        <p:sp>
          <p:nvSpPr>
            <p:cNvPr id="187" name="Google Shape;187;p5"/>
            <p:cNvSpPr/>
            <p:nvPr/>
          </p:nvSpPr>
          <p:spPr>
            <a:xfrm>
              <a:off x="12700" y="12700"/>
              <a:ext cx="160020" cy="160020"/>
            </a:xfrm>
            <a:custGeom>
              <a:rect b="b" l="l" r="r" t="t"/>
              <a:pathLst>
                <a:path extrusionOk="0" h="160020" w="160020">
                  <a:moveTo>
                    <a:pt x="0" y="80010"/>
                  </a:moveTo>
                  <a:cubicBezTo>
                    <a:pt x="0" y="35814"/>
                    <a:pt x="35814" y="0"/>
                    <a:pt x="80010" y="0"/>
                  </a:cubicBezTo>
                  <a:cubicBezTo>
                    <a:pt x="124206" y="0"/>
                    <a:pt x="160020" y="35814"/>
                    <a:pt x="160020" y="80010"/>
                  </a:cubicBezTo>
                  <a:cubicBezTo>
                    <a:pt x="160020" y="124206"/>
                    <a:pt x="124206" y="160020"/>
                    <a:pt x="80010" y="160020"/>
                  </a:cubicBezTo>
                  <a:cubicBezTo>
                    <a:pt x="35814" y="160020"/>
                    <a:pt x="0" y="124206"/>
                    <a:pt x="0" y="800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5"/>
            <p:cNvSpPr/>
            <p:nvPr/>
          </p:nvSpPr>
          <p:spPr>
            <a:xfrm>
              <a:off x="0" y="0"/>
              <a:ext cx="185420" cy="185420"/>
            </a:xfrm>
            <a:custGeom>
              <a:rect b="b" l="l" r="r" t="t"/>
              <a:pathLst>
                <a:path extrusionOk="0" h="185420" w="185420">
                  <a:moveTo>
                    <a:pt x="0" y="92710"/>
                  </a:moveTo>
                  <a:cubicBezTo>
                    <a:pt x="0" y="41529"/>
                    <a:pt x="41529" y="0"/>
                    <a:pt x="92710" y="0"/>
                  </a:cubicBezTo>
                  <a:lnTo>
                    <a:pt x="92710" y="12700"/>
                  </a:lnTo>
                  <a:lnTo>
                    <a:pt x="92710" y="0"/>
                  </a:lnTo>
                  <a:cubicBezTo>
                    <a:pt x="143891" y="0"/>
                    <a:pt x="185420" y="41529"/>
                    <a:pt x="185420" y="92710"/>
                  </a:cubicBezTo>
                  <a:lnTo>
                    <a:pt x="172720" y="92710"/>
                  </a:lnTo>
                  <a:lnTo>
                    <a:pt x="185420" y="92710"/>
                  </a:lnTo>
                  <a:cubicBezTo>
                    <a:pt x="185420" y="143891"/>
                    <a:pt x="143891" y="185420"/>
                    <a:pt x="92710" y="185420"/>
                  </a:cubicBezTo>
                  <a:lnTo>
                    <a:pt x="92710" y="172720"/>
                  </a:lnTo>
                  <a:lnTo>
                    <a:pt x="92710" y="185420"/>
                  </a:lnTo>
                  <a:cubicBezTo>
                    <a:pt x="41529" y="185420"/>
                    <a:pt x="0" y="143891"/>
                    <a:pt x="0" y="92710"/>
                  </a:cubicBezTo>
                  <a:lnTo>
                    <a:pt x="12700" y="92710"/>
                  </a:lnTo>
                  <a:lnTo>
                    <a:pt x="25400" y="92710"/>
                  </a:lnTo>
                  <a:lnTo>
                    <a:pt x="12700" y="92710"/>
                  </a:lnTo>
                  <a:lnTo>
                    <a:pt x="0" y="92710"/>
                  </a:lnTo>
                  <a:moveTo>
                    <a:pt x="25400" y="92710"/>
                  </a:moveTo>
                  <a:cubicBezTo>
                    <a:pt x="25400" y="99695"/>
                    <a:pt x="19685" y="105410"/>
                    <a:pt x="12700" y="105410"/>
                  </a:cubicBezTo>
                  <a:cubicBezTo>
                    <a:pt x="5715" y="105410"/>
                    <a:pt x="0" y="99695"/>
                    <a:pt x="0" y="92710"/>
                  </a:cubicBezTo>
                  <a:cubicBezTo>
                    <a:pt x="0" y="85725"/>
                    <a:pt x="5715" y="80010"/>
                    <a:pt x="12700" y="80010"/>
                  </a:cubicBezTo>
                  <a:cubicBezTo>
                    <a:pt x="19685" y="80010"/>
                    <a:pt x="25400" y="85725"/>
                    <a:pt x="25400" y="92710"/>
                  </a:cubicBezTo>
                  <a:cubicBezTo>
                    <a:pt x="25400" y="129921"/>
                    <a:pt x="55499" y="160020"/>
                    <a:pt x="92710" y="160020"/>
                  </a:cubicBezTo>
                  <a:cubicBezTo>
                    <a:pt x="129921" y="160020"/>
                    <a:pt x="160020" y="129921"/>
                    <a:pt x="160020" y="92710"/>
                  </a:cubicBezTo>
                  <a:cubicBezTo>
                    <a:pt x="160020" y="55499"/>
                    <a:pt x="129921" y="25400"/>
                    <a:pt x="92710" y="25400"/>
                  </a:cubicBezTo>
                  <a:lnTo>
                    <a:pt x="92710" y="12700"/>
                  </a:lnTo>
                  <a:lnTo>
                    <a:pt x="92710" y="25400"/>
                  </a:lnTo>
                  <a:cubicBezTo>
                    <a:pt x="55499" y="25400"/>
                    <a:pt x="25400" y="55499"/>
                    <a:pt x="25400" y="92710"/>
                  </a:cubicBezTo>
                  <a:close/>
                </a:path>
              </a:pathLst>
            </a:custGeom>
            <a:solidFill>
              <a:srgbClr val="3C40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9" name="Google Shape;189;p5"/>
          <p:cNvGrpSpPr/>
          <p:nvPr/>
        </p:nvGrpSpPr>
        <p:grpSpPr>
          <a:xfrm>
            <a:off x="4548299" y="5672976"/>
            <a:ext cx="139065" cy="139065"/>
            <a:chOff x="0" y="0"/>
            <a:chExt cx="185420" cy="185420"/>
          </a:xfrm>
        </p:grpSpPr>
        <p:sp>
          <p:nvSpPr>
            <p:cNvPr id="190" name="Google Shape;190;p5"/>
            <p:cNvSpPr/>
            <p:nvPr/>
          </p:nvSpPr>
          <p:spPr>
            <a:xfrm>
              <a:off x="12700" y="12700"/>
              <a:ext cx="160020" cy="160020"/>
            </a:xfrm>
            <a:custGeom>
              <a:rect b="b" l="l" r="r" t="t"/>
              <a:pathLst>
                <a:path extrusionOk="0" h="160020" w="160020">
                  <a:moveTo>
                    <a:pt x="0" y="80010"/>
                  </a:moveTo>
                  <a:cubicBezTo>
                    <a:pt x="0" y="35814"/>
                    <a:pt x="35814" y="0"/>
                    <a:pt x="80010" y="0"/>
                  </a:cubicBezTo>
                  <a:cubicBezTo>
                    <a:pt x="124206" y="0"/>
                    <a:pt x="160020" y="35814"/>
                    <a:pt x="160020" y="80010"/>
                  </a:cubicBezTo>
                  <a:cubicBezTo>
                    <a:pt x="160020" y="124206"/>
                    <a:pt x="124206" y="160020"/>
                    <a:pt x="80010" y="160020"/>
                  </a:cubicBezTo>
                  <a:cubicBezTo>
                    <a:pt x="35814" y="160020"/>
                    <a:pt x="0" y="124206"/>
                    <a:pt x="0" y="800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5"/>
            <p:cNvSpPr/>
            <p:nvPr/>
          </p:nvSpPr>
          <p:spPr>
            <a:xfrm>
              <a:off x="0" y="0"/>
              <a:ext cx="185420" cy="185420"/>
            </a:xfrm>
            <a:custGeom>
              <a:rect b="b" l="l" r="r" t="t"/>
              <a:pathLst>
                <a:path extrusionOk="0" h="185420" w="185420">
                  <a:moveTo>
                    <a:pt x="0" y="92710"/>
                  </a:moveTo>
                  <a:cubicBezTo>
                    <a:pt x="0" y="41529"/>
                    <a:pt x="41529" y="0"/>
                    <a:pt x="92710" y="0"/>
                  </a:cubicBezTo>
                  <a:lnTo>
                    <a:pt x="92710" y="12700"/>
                  </a:lnTo>
                  <a:lnTo>
                    <a:pt x="92710" y="0"/>
                  </a:lnTo>
                  <a:cubicBezTo>
                    <a:pt x="143891" y="0"/>
                    <a:pt x="185420" y="41529"/>
                    <a:pt x="185420" y="92710"/>
                  </a:cubicBezTo>
                  <a:lnTo>
                    <a:pt x="172720" y="92710"/>
                  </a:lnTo>
                  <a:lnTo>
                    <a:pt x="185420" y="92710"/>
                  </a:lnTo>
                  <a:cubicBezTo>
                    <a:pt x="185420" y="143891"/>
                    <a:pt x="143891" y="185420"/>
                    <a:pt x="92710" y="185420"/>
                  </a:cubicBezTo>
                  <a:lnTo>
                    <a:pt x="92710" y="172720"/>
                  </a:lnTo>
                  <a:lnTo>
                    <a:pt x="92710" y="185420"/>
                  </a:lnTo>
                  <a:cubicBezTo>
                    <a:pt x="41529" y="185420"/>
                    <a:pt x="0" y="143891"/>
                    <a:pt x="0" y="92710"/>
                  </a:cubicBezTo>
                  <a:lnTo>
                    <a:pt x="12700" y="92710"/>
                  </a:lnTo>
                  <a:lnTo>
                    <a:pt x="25400" y="92710"/>
                  </a:lnTo>
                  <a:lnTo>
                    <a:pt x="12700" y="92710"/>
                  </a:lnTo>
                  <a:lnTo>
                    <a:pt x="0" y="92710"/>
                  </a:lnTo>
                  <a:moveTo>
                    <a:pt x="25400" y="92710"/>
                  </a:moveTo>
                  <a:cubicBezTo>
                    <a:pt x="25400" y="99695"/>
                    <a:pt x="19685" y="105410"/>
                    <a:pt x="12700" y="105410"/>
                  </a:cubicBezTo>
                  <a:cubicBezTo>
                    <a:pt x="5715" y="105410"/>
                    <a:pt x="0" y="99695"/>
                    <a:pt x="0" y="92710"/>
                  </a:cubicBezTo>
                  <a:cubicBezTo>
                    <a:pt x="0" y="85725"/>
                    <a:pt x="5715" y="80010"/>
                    <a:pt x="12700" y="80010"/>
                  </a:cubicBezTo>
                  <a:cubicBezTo>
                    <a:pt x="19685" y="80010"/>
                    <a:pt x="25400" y="85725"/>
                    <a:pt x="25400" y="92710"/>
                  </a:cubicBezTo>
                  <a:cubicBezTo>
                    <a:pt x="25400" y="129921"/>
                    <a:pt x="55499" y="160020"/>
                    <a:pt x="92710" y="160020"/>
                  </a:cubicBezTo>
                  <a:cubicBezTo>
                    <a:pt x="129921" y="160020"/>
                    <a:pt x="160020" y="129921"/>
                    <a:pt x="160020" y="92710"/>
                  </a:cubicBezTo>
                  <a:cubicBezTo>
                    <a:pt x="160020" y="55499"/>
                    <a:pt x="129921" y="25400"/>
                    <a:pt x="92710" y="25400"/>
                  </a:cubicBezTo>
                  <a:lnTo>
                    <a:pt x="92710" y="12700"/>
                  </a:lnTo>
                  <a:lnTo>
                    <a:pt x="92710" y="25400"/>
                  </a:lnTo>
                  <a:cubicBezTo>
                    <a:pt x="55499" y="25400"/>
                    <a:pt x="25400" y="55499"/>
                    <a:pt x="25400" y="92710"/>
                  </a:cubicBezTo>
                  <a:close/>
                </a:path>
              </a:pathLst>
            </a:custGeom>
            <a:solidFill>
              <a:srgbClr val="3C40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2" name="Google Shape;192;p5"/>
          <p:cNvGrpSpPr/>
          <p:nvPr/>
        </p:nvGrpSpPr>
        <p:grpSpPr>
          <a:xfrm>
            <a:off x="7428402" y="5672976"/>
            <a:ext cx="139065" cy="139065"/>
            <a:chOff x="0" y="0"/>
            <a:chExt cx="185420" cy="185420"/>
          </a:xfrm>
        </p:grpSpPr>
        <p:sp>
          <p:nvSpPr>
            <p:cNvPr id="193" name="Google Shape;193;p5"/>
            <p:cNvSpPr/>
            <p:nvPr/>
          </p:nvSpPr>
          <p:spPr>
            <a:xfrm>
              <a:off x="12700" y="12700"/>
              <a:ext cx="160020" cy="160020"/>
            </a:xfrm>
            <a:custGeom>
              <a:rect b="b" l="l" r="r" t="t"/>
              <a:pathLst>
                <a:path extrusionOk="0" h="160020" w="160020">
                  <a:moveTo>
                    <a:pt x="0" y="80010"/>
                  </a:moveTo>
                  <a:cubicBezTo>
                    <a:pt x="0" y="35814"/>
                    <a:pt x="35814" y="0"/>
                    <a:pt x="80010" y="0"/>
                  </a:cubicBezTo>
                  <a:cubicBezTo>
                    <a:pt x="124206" y="0"/>
                    <a:pt x="160020" y="35814"/>
                    <a:pt x="160020" y="80010"/>
                  </a:cubicBezTo>
                  <a:cubicBezTo>
                    <a:pt x="160020" y="124206"/>
                    <a:pt x="124206" y="160020"/>
                    <a:pt x="80010" y="160020"/>
                  </a:cubicBezTo>
                  <a:cubicBezTo>
                    <a:pt x="35814" y="160020"/>
                    <a:pt x="0" y="124206"/>
                    <a:pt x="0" y="800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5"/>
            <p:cNvSpPr/>
            <p:nvPr/>
          </p:nvSpPr>
          <p:spPr>
            <a:xfrm>
              <a:off x="0" y="0"/>
              <a:ext cx="185420" cy="185420"/>
            </a:xfrm>
            <a:custGeom>
              <a:rect b="b" l="l" r="r" t="t"/>
              <a:pathLst>
                <a:path extrusionOk="0" h="185420" w="185420">
                  <a:moveTo>
                    <a:pt x="0" y="92710"/>
                  </a:moveTo>
                  <a:cubicBezTo>
                    <a:pt x="0" y="41529"/>
                    <a:pt x="41529" y="0"/>
                    <a:pt x="92710" y="0"/>
                  </a:cubicBezTo>
                  <a:lnTo>
                    <a:pt x="92710" y="12700"/>
                  </a:lnTo>
                  <a:lnTo>
                    <a:pt x="92710" y="0"/>
                  </a:lnTo>
                  <a:cubicBezTo>
                    <a:pt x="143891" y="0"/>
                    <a:pt x="185420" y="41529"/>
                    <a:pt x="185420" y="92710"/>
                  </a:cubicBezTo>
                  <a:lnTo>
                    <a:pt x="172720" y="92710"/>
                  </a:lnTo>
                  <a:lnTo>
                    <a:pt x="185420" y="92710"/>
                  </a:lnTo>
                  <a:cubicBezTo>
                    <a:pt x="185420" y="143891"/>
                    <a:pt x="143891" y="185420"/>
                    <a:pt x="92710" y="185420"/>
                  </a:cubicBezTo>
                  <a:lnTo>
                    <a:pt x="92710" y="172720"/>
                  </a:lnTo>
                  <a:lnTo>
                    <a:pt x="92710" y="185420"/>
                  </a:lnTo>
                  <a:cubicBezTo>
                    <a:pt x="41529" y="185420"/>
                    <a:pt x="0" y="143891"/>
                    <a:pt x="0" y="92710"/>
                  </a:cubicBezTo>
                  <a:lnTo>
                    <a:pt x="12700" y="92710"/>
                  </a:lnTo>
                  <a:lnTo>
                    <a:pt x="25400" y="92710"/>
                  </a:lnTo>
                  <a:lnTo>
                    <a:pt x="12700" y="92710"/>
                  </a:lnTo>
                  <a:lnTo>
                    <a:pt x="0" y="92710"/>
                  </a:lnTo>
                  <a:moveTo>
                    <a:pt x="25400" y="92710"/>
                  </a:moveTo>
                  <a:cubicBezTo>
                    <a:pt x="25400" y="99695"/>
                    <a:pt x="19685" y="105410"/>
                    <a:pt x="12700" y="105410"/>
                  </a:cubicBezTo>
                  <a:cubicBezTo>
                    <a:pt x="5715" y="105410"/>
                    <a:pt x="0" y="99695"/>
                    <a:pt x="0" y="92710"/>
                  </a:cubicBezTo>
                  <a:cubicBezTo>
                    <a:pt x="0" y="85725"/>
                    <a:pt x="5715" y="80010"/>
                    <a:pt x="12700" y="80010"/>
                  </a:cubicBezTo>
                  <a:cubicBezTo>
                    <a:pt x="19685" y="80010"/>
                    <a:pt x="25400" y="85725"/>
                    <a:pt x="25400" y="92710"/>
                  </a:cubicBezTo>
                  <a:cubicBezTo>
                    <a:pt x="25400" y="129921"/>
                    <a:pt x="55499" y="160020"/>
                    <a:pt x="92710" y="160020"/>
                  </a:cubicBezTo>
                  <a:cubicBezTo>
                    <a:pt x="129921" y="160020"/>
                    <a:pt x="160020" y="129921"/>
                    <a:pt x="160020" y="92710"/>
                  </a:cubicBezTo>
                  <a:cubicBezTo>
                    <a:pt x="160020" y="55499"/>
                    <a:pt x="129921" y="25400"/>
                    <a:pt x="92710" y="25400"/>
                  </a:cubicBezTo>
                  <a:lnTo>
                    <a:pt x="92710" y="12700"/>
                  </a:lnTo>
                  <a:lnTo>
                    <a:pt x="92710" y="25400"/>
                  </a:lnTo>
                  <a:cubicBezTo>
                    <a:pt x="55499" y="25400"/>
                    <a:pt x="25400" y="55499"/>
                    <a:pt x="25400" y="92710"/>
                  </a:cubicBezTo>
                  <a:close/>
                </a:path>
              </a:pathLst>
            </a:custGeom>
            <a:solidFill>
              <a:srgbClr val="3C40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5" name="Google Shape;195;p5"/>
          <p:cNvGrpSpPr/>
          <p:nvPr/>
        </p:nvGrpSpPr>
        <p:grpSpPr>
          <a:xfrm>
            <a:off x="10308495" y="5672976"/>
            <a:ext cx="139065" cy="139065"/>
            <a:chOff x="0" y="0"/>
            <a:chExt cx="185420" cy="185420"/>
          </a:xfrm>
        </p:grpSpPr>
        <p:sp>
          <p:nvSpPr>
            <p:cNvPr id="196" name="Google Shape;196;p5"/>
            <p:cNvSpPr/>
            <p:nvPr/>
          </p:nvSpPr>
          <p:spPr>
            <a:xfrm>
              <a:off x="12700" y="12700"/>
              <a:ext cx="160020" cy="160020"/>
            </a:xfrm>
            <a:custGeom>
              <a:rect b="b" l="l" r="r" t="t"/>
              <a:pathLst>
                <a:path extrusionOk="0" h="160020" w="160020">
                  <a:moveTo>
                    <a:pt x="0" y="80010"/>
                  </a:moveTo>
                  <a:cubicBezTo>
                    <a:pt x="0" y="35814"/>
                    <a:pt x="35814" y="0"/>
                    <a:pt x="80010" y="0"/>
                  </a:cubicBezTo>
                  <a:cubicBezTo>
                    <a:pt x="124206" y="0"/>
                    <a:pt x="160020" y="35814"/>
                    <a:pt x="160020" y="80010"/>
                  </a:cubicBezTo>
                  <a:cubicBezTo>
                    <a:pt x="160020" y="124206"/>
                    <a:pt x="124206" y="160020"/>
                    <a:pt x="80010" y="160020"/>
                  </a:cubicBezTo>
                  <a:cubicBezTo>
                    <a:pt x="35814" y="160020"/>
                    <a:pt x="0" y="124206"/>
                    <a:pt x="0" y="800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5"/>
            <p:cNvSpPr/>
            <p:nvPr/>
          </p:nvSpPr>
          <p:spPr>
            <a:xfrm>
              <a:off x="0" y="0"/>
              <a:ext cx="185420" cy="185420"/>
            </a:xfrm>
            <a:custGeom>
              <a:rect b="b" l="l" r="r" t="t"/>
              <a:pathLst>
                <a:path extrusionOk="0" h="185420" w="185420">
                  <a:moveTo>
                    <a:pt x="0" y="92710"/>
                  </a:moveTo>
                  <a:cubicBezTo>
                    <a:pt x="0" y="41529"/>
                    <a:pt x="41529" y="0"/>
                    <a:pt x="92710" y="0"/>
                  </a:cubicBezTo>
                  <a:lnTo>
                    <a:pt x="92710" y="12700"/>
                  </a:lnTo>
                  <a:lnTo>
                    <a:pt x="92710" y="0"/>
                  </a:lnTo>
                  <a:cubicBezTo>
                    <a:pt x="143891" y="0"/>
                    <a:pt x="185420" y="41529"/>
                    <a:pt x="185420" y="92710"/>
                  </a:cubicBezTo>
                  <a:lnTo>
                    <a:pt x="172720" y="92710"/>
                  </a:lnTo>
                  <a:lnTo>
                    <a:pt x="185420" y="92710"/>
                  </a:lnTo>
                  <a:cubicBezTo>
                    <a:pt x="185420" y="143891"/>
                    <a:pt x="143891" y="185420"/>
                    <a:pt x="92710" y="185420"/>
                  </a:cubicBezTo>
                  <a:lnTo>
                    <a:pt x="92710" y="172720"/>
                  </a:lnTo>
                  <a:lnTo>
                    <a:pt x="92710" y="185420"/>
                  </a:lnTo>
                  <a:cubicBezTo>
                    <a:pt x="41529" y="185420"/>
                    <a:pt x="0" y="143891"/>
                    <a:pt x="0" y="92710"/>
                  </a:cubicBezTo>
                  <a:lnTo>
                    <a:pt x="12700" y="92710"/>
                  </a:lnTo>
                  <a:lnTo>
                    <a:pt x="25400" y="92710"/>
                  </a:lnTo>
                  <a:lnTo>
                    <a:pt x="12700" y="92710"/>
                  </a:lnTo>
                  <a:lnTo>
                    <a:pt x="0" y="92710"/>
                  </a:lnTo>
                  <a:moveTo>
                    <a:pt x="25400" y="92710"/>
                  </a:moveTo>
                  <a:cubicBezTo>
                    <a:pt x="25400" y="99695"/>
                    <a:pt x="19685" y="105410"/>
                    <a:pt x="12700" y="105410"/>
                  </a:cubicBezTo>
                  <a:cubicBezTo>
                    <a:pt x="5715" y="105410"/>
                    <a:pt x="0" y="99695"/>
                    <a:pt x="0" y="92710"/>
                  </a:cubicBezTo>
                  <a:cubicBezTo>
                    <a:pt x="0" y="85725"/>
                    <a:pt x="5715" y="80010"/>
                    <a:pt x="12700" y="80010"/>
                  </a:cubicBezTo>
                  <a:cubicBezTo>
                    <a:pt x="19685" y="80010"/>
                    <a:pt x="25400" y="85725"/>
                    <a:pt x="25400" y="92710"/>
                  </a:cubicBezTo>
                  <a:cubicBezTo>
                    <a:pt x="25400" y="129921"/>
                    <a:pt x="55499" y="160020"/>
                    <a:pt x="92710" y="160020"/>
                  </a:cubicBezTo>
                  <a:cubicBezTo>
                    <a:pt x="129921" y="160020"/>
                    <a:pt x="160020" y="129921"/>
                    <a:pt x="160020" y="92710"/>
                  </a:cubicBezTo>
                  <a:cubicBezTo>
                    <a:pt x="160020" y="55499"/>
                    <a:pt x="129921" y="25400"/>
                    <a:pt x="92710" y="25400"/>
                  </a:cubicBezTo>
                  <a:lnTo>
                    <a:pt x="92710" y="12700"/>
                  </a:lnTo>
                  <a:lnTo>
                    <a:pt x="92710" y="25400"/>
                  </a:lnTo>
                  <a:cubicBezTo>
                    <a:pt x="55499" y="25400"/>
                    <a:pt x="25400" y="55499"/>
                    <a:pt x="25400" y="92710"/>
                  </a:cubicBezTo>
                  <a:close/>
                </a:path>
              </a:pathLst>
            </a:custGeom>
            <a:solidFill>
              <a:srgbClr val="3C40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" name="Google Shape;198;p5"/>
          <p:cNvGrpSpPr/>
          <p:nvPr/>
        </p:nvGrpSpPr>
        <p:grpSpPr>
          <a:xfrm>
            <a:off x="13188598" y="5672976"/>
            <a:ext cx="139065" cy="139065"/>
            <a:chOff x="0" y="0"/>
            <a:chExt cx="185420" cy="185420"/>
          </a:xfrm>
        </p:grpSpPr>
        <p:sp>
          <p:nvSpPr>
            <p:cNvPr id="199" name="Google Shape;199;p5"/>
            <p:cNvSpPr/>
            <p:nvPr/>
          </p:nvSpPr>
          <p:spPr>
            <a:xfrm>
              <a:off x="12700" y="12700"/>
              <a:ext cx="160020" cy="160020"/>
            </a:xfrm>
            <a:custGeom>
              <a:rect b="b" l="l" r="r" t="t"/>
              <a:pathLst>
                <a:path extrusionOk="0" h="160020" w="160020">
                  <a:moveTo>
                    <a:pt x="0" y="80010"/>
                  </a:moveTo>
                  <a:cubicBezTo>
                    <a:pt x="0" y="35814"/>
                    <a:pt x="35814" y="0"/>
                    <a:pt x="80010" y="0"/>
                  </a:cubicBezTo>
                  <a:cubicBezTo>
                    <a:pt x="124206" y="0"/>
                    <a:pt x="160020" y="35814"/>
                    <a:pt x="160020" y="80010"/>
                  </a:cubicBezTo>
                  <a:cubicBezTo>
                    <a:pt x="160020" y="124206"/>
                    <a:pt x="124206" y="160020"/>
                    <a:pt x="80010" y="160020"/>
                  </a:cubicBezTo>
                  <a:cubicBezTo>
                    <a:pt x="35814" y="160020"/>
                    <a:pt x="0" y="124206"/>
                    <a:pt x="0" y="800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5"/>
            <p:cNvSpPr/>
            <p:nvPr/>
          </p:nvSpPr>
          <p:spPr>
            <a:xfrm>
              <a:off x="0" y="0"/>
              <a:ext cx="185420" cy="185420"/>
            </a:xfrm>
            <a:custGeom>
              <a:rect b="b" l="l" r="r" t="t"/>
              <a:pathLst>
                <a:path extrusionOk="0" h="185420" w="185420">
                  <a:moveTo>
                    <a:pt x="0" y="92710"/>
                  </a:moveTo>
                  <a:cubicBezTo>
                    <a:pt x="0" y="41529"/>
                    <a:pt x="41529" y="0"/>
                    <a:pt x="92710" y="0"/>
                  </a:cubicBezTo>
                  <a:lnTo>
                    <a:pt x="92710" y="12700"/>
                  </a:lnTo>
                  <a:lnTo>
                    <a:pt x="92710" y="0"/>
                  </a:lnTo>
                  <a:cubicBezTo>
                    <a:pt x="143891" y="0"/>
                    <a:pt x="185420" y="41529"/>
                    <a:pt x="185420" y="92710"/>
                  </a:cubicBezTo>
                  <a:lnTo>
                    <a:pt x="172720" y="92710"/>
                  </a:lnTo>
                  <a:lnTo>
                    <a:pt x="185420" y="92710"/>
                  </a:lnTo>
                  <a:cubicBezTo>
                    <a:pt x="185420" y="143891"/>
                    <a:pt x="143891" y="185420"/>
                    <a:pt x="92710" y="185420"/>
                  </a:cubicBezTo>
                  <a:lnTo>
                    <a:pt x="92710" y="172720"/>
                  </a:lnTo>
                  <a:lnTo>
                    <a:pt x="92710" y="185420"/>
                  </a:lnTo>
                  <a:cubicBezTo>
                    <a:pt x="41529" y="185420"/>
                    <a:pt x="0" y="143891"/>
                    <a:pt x="0" y="92710"/>
                  </a:cubicBezTo>
                  <a:lnTo>
                    <a:pt x="12700" y="92710"/>
                  </a:lnTo>
                  <a:lnTo>
                    <a:pt x="25400" y="92710"/>
                  </a:lnTo>
                  <a:lnTo>
                    <a:pt x="12700" y="92710"/>
                  </a:lnTo>
                  <a:lnTo>
                    <a:pt x="0" y="92710"/>
                  </a:lnTo>
                  <a:moveTo>
                    <a:pt x="25400" y="92710"/>
                  </a:moveTo>
                  <a:cubicBezTo>
                    <a:pt x="25400" y="99695"/>
                    <a:pt x="19685" y="105410"/>
                    <a:pt x="12700" y="105410"/>
                  </a:cubicBezTo>
                  <a:cubicBezTo>
                    <a:pt x="5715" y="105410"/>
                    <a:pt x="0" y="99695"/>
                    <a:pt x="0" y="92710"/>
                  </a:cubicBezTo>
                  <a:cubicBezTo>
                    <a:pt x="0" y="85725"/>
                    <a:pt x="5715" y="80010"/>
                    <a:pt x="12700" y="80010"/>
                  </a:cubicBezTo>
                  <a:cubicBezTo>
                    <a:pt x="19685" y="80010"/>
                    <a:pt x="25400" y="85725"/>
                    <a:pt x="25400" y="92710"/>
                  </a:cubicBezTo>
                  <a:cubicBezTo>
                    <a:pt x="25400" y="129921"/>
                    <a:pt x="55499" y="160020"/>
                    <a:pt x="92710" y="160020"/>
                  </a:cubicBezTo>
                  <a:cubicBezTo>
                    <a:pt x="129921" y="160020"/>
                    <a:pt x="160020" y="129921"/>
                    <a:pt x="160020" y="92710"/>
                  </a:cubicBezTo>
                  <a:cubicBezTo>
                    <a:pt x="160020" y="55499"/>
                    <a:pt x="129921" y="25400"/>
                    <a:pt x="92710" y="25400"/>
                  </a:cubicBezTo>
                  <a:lnTo>
                    <a:pt x="92710" y="12700"/>
                  </a:lnTo>
                  <a:lnTo>
                    <a:pt x="92710" y="25400"/>
                  </a:lnTo>
                  <a:cubicBezTo>
                    <a:pt x="55499" y="25400"/>
                    <a:pt x="25400" y="55499"/>
                    <a:pt x="25400" y="92710"/>
                  </a:cubicBezTo>
                  <a:close/>
                </a:path>
              </a:pathLst>
            </a:custGeom>
            <a:solidFill>
              <a:srgbClr val="3C40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1" name="Google Shape;201;p5"/>
          <p:cNvSpPr txBox="1"/>
          <p:nvPr/>
        </p:nvSpPr>
        <p:spPr>
          <a:xfrm>
            <a:off x="555003" y="538667"/>
            <a:ext cx="3260398" cy="293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Bit by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2" name="Google Shape;202;p5"/>
          <p:cNvGrpSpPr/>
          <p:nvPr/>
        </p:nvGrpSpPr>
        <p:grpSpPr>
          <a:xfrm>
            <a:off x="3795900" y="4326988"/>
            <a:ext cx="1643853" cy="522351"/>
            <a:chOff x="0" y="-19050"/>
            <a:chExt cx="2191804" cy="696468"/>
          </a:xfrm>
        </p:grpSpPr>
        <p:sp>
          <p:nvSpPr>
            <p:cNvPr id="203" name="Google Shape;203;p5"/>
            <p:cNvSpPr/>
            <p:nvPr/>
          </p:nvSpPr>
          <p:spPr>
            <a:xfrm>
              <a:off x="12700" y="12700"/>
              <a:ext cx="2166366" cy="652018"/>
            </a:xfrm>
            <a:custGeom>
              <a:rect b="b" l="l" r="r" t="t"/>
              <a:pathLst>
                <a:path extrusionOk="0" h="652018" w="2166366">
                  <a:moveTo>
                    <a:pt x="0" y="326009"/>
                  </a:moveTo>
                  <a:cubicBezTo>
                    <a:pt x="0" y="145923"/>
                    <a:pt x="149860" y="0"/>
                    <a:pt x="334772" y="0"/>
                  </a:cubicBezTo>
                  <a:lnTo>
                    <a:pt x="1831594" y="0"/>
                  </a:lnTo>
                  <a:cubicBezTo>
                    <a:pt x="2016506" y="0"/>
                    <a:pt x="2166366" y="145923"/>
                    <a:pt x="2166366" y="326009"/>
                  </a:cubicBezTo>
                  <a:cubicBezTo>
                    <a:pt x="2166366" y="506095"/>
                    <a:pt x="2016506" y="652018"/>
                    <a:pt x="1831594" y="652018"/>
                  </a:cubicBezTo>
                  <a:lnTo>
                    <a:pt x="334772" y="652018"/>
                  </a:lnTo>
                  <a:cubicBezTo>
                    <a:pt x="149860" y="652018"/>
                    <a:pt x="0" y="506095"/>
                    <a:pt x="0" y="326009"/>
                  </a:cubicBezTo>
                  <a:close/>
                </a:path>
              </a:pathLst>
            </a:custGeom>
            <a:solidFill>
              <a:srgbClr val="FFF2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5"/>
            <p:cNvSpPr/>
            <p:nvPr/>
          </p:nvSpPr>
          <p:spPr>
            <a:xfrm>
              <a:off x="0" y="0"/>
              <a:ext cx="2191766" cy="677418"/>
            </a:xfrm>
            <a:custGeom>
              <a:rect b="b" l="l" r="r" t="t"/>
              <a:pathLst>
                <a:path extrusionOk="0" h="677418" w="2191766">
                  <a:moveTo>
                    <a:pt x="0" y="338709"/>
                  </a:moveTo>
                  <a:cubicBezTo>
                    <a:pt x="0" y="151384"/>
                    <a:pt x="155829" y="0"/>
                    <a:pt x="347472" y="0"/>
                  </a:cubicBezTo>
                  <a:lnTo>
                    <a:pt x="1844294" y="0"/>
                  </a:lnTo>
                  <a:lnTo>
                    <a:pt x="1844294" y="12700"/>
                  </a:lnTo>
                  <a:lnTo>
                    <a:pt x="1844294" y="0"/>
                  </a:lnTo>
                  <a:lnTo>
                    <a:pt x="1844294" y="12700"/>
                  </a:lnTo>
                  <a:lnTo>
                    <a:pt x="1844294" y="0"/>
                  </a:lnTo>
                  <a:cubicBezTo>
                    <a:pt x="2035937" y="0"/>
                    <a:pt x="2191766" y="151384"/>
                    <a:pt x="2191766" y="338709"/>
                  </a:cubicBezTo>
                  <a:lnTo>
                    <a:pt x="2179066" y="338709"/>
                  </a:lnTo>
                  <a:lnTo>
                    <a:pt x="2191766" y="338709"/>
                  </a:lnTo>
                  <a:lnTo>
                    <a:pt x="2179066" y="338709"/>
                  </a:lnTo>
                  <a:lnTo>
                    <a:pt x="2191766" y="338709"/>
                  </a:lnTo>
                  <a:cubicBezTo>
                    <a:pt x="2191766" y="526034"/>
                    <a:pt x="2035937" y="677418"/>
                    <a:pt x="1844294" y="677418"/>
                  </a:cubicBezTo>
                  <a:lnTo>
                    <a:pt x="1844294" y="664718"/>
                  </a:lnTo>
                  <a:lnTo>
                    <a:pt x="1844294" y="677418"/>
                  </a:lnTo>
                  <a:lnTo>
                    <a:pt x="347472" y="677418"/>
                  </a:lnTo>
                  <a:lnTo>
                    <a:pt x="347472" y="664718"/>
                  </a:lnTo>
                  <a:lnTo>
                    <a:pt x="347472" y="677418"/>
                  </a:lnTo>
                  <a:cubicBezTo>
                    <a:pt x="155829" y="677418"/>
                    <a:pt x="0" y="526034"/>
                    <a:pt x="0" y="338709"/>
                  </a:cubicBezTo>
                  <a:lnTo>
                    <a:pt x="12700" y="338709"/>
                  </a:lnTo>
                  <a:lnTo>
                    <a:pt x="0" y="338709"/>
                  </a:lnTo>
                  <a:moveTo>
                    <a:pt x="25400" y="338709"/>
                  </a:moveTo>
                  <a:lnTo>
                    <a:pt x="12700" y="338709"/>
                  </a:lnTo>
                  <a:lnTo>
                    <a:pt x="25400" y="338709"/>
                  </a:lnTo>
                  <a:cubicBezTo>
                    <a:pt x="25400" y="511429"/>
                    <a:pt x="169291" y="652018"/>
                    <a:pt x="347472" y="652018"/>
                  </a:cubicBezTo>
                  <a:lnTo>
                    <a:pt x="1844294" y="652018"/>
                  </a:lnTo>
                  <a:cubicBezTo>
                    <a:pt x="2022475" y="652018"/>
                    <a:pt x="2166366" y="511429"/>
                    <a:pt x="2166366" y="338709"/>
                  </a:cubicBezTo>
                  <a:cubicBezTo>
                    <a:pt x="2166366" y="165989"/>
                    <a:pt x="2022475" y="25400"/>
                    <a:pt x="1844294" y="25400"/>
                  </a:cubicBezTo>
                  <a:lnTo>
                    <a:pt x="347472" y="25400"/>
                  </a:lnTo>
                  <a:lnTo>
                    <a:pt x="347472" y="12700"/>
                  </a:lnTo>
                  <a:lnTo>
                    <a:pt x="347472" y="25400"/>
                  </a:lnTo>
                  <a:cubicBezTo>
                    <a:pt x="169291" y="25400"/>
                    <a:pt x="25400" y="165989"/>
                    <a:pt x="25400" y="338709"/>
                  </a:cubicBezTo>
                  <a:close/>
                </a:path>
              </a:pathLst>
            </a:custGeom>
            <a:solidFill>
              <a:srgbClr val="3C40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5"/>
            <p:cNvSpPr txBox="1"/>
            <p:nvPr/>
          </p:nvSpPr>
          <p:spPr>
            <a:xfrm>
              <a:off x="0" y="-19050"/>
              <a:ext cx="2191804" cy="6964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3C4043"/>
                  </a:solidFill>
                  <a:latin typeface="Arimo"/>
                  <a:ea typeface="Arimo"/>
                  <a:cs typeface="Arimo"/>
                  <a:sym typeface="Arimo"/>
                </a:rPr>
                <a:t>0:15 - 1:15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6" name="Google Shape;206;p5"/>
          <p:cNvGrpSpPr/>
          <p:nvPr/>
        </p:nvGrpSpPr>
        <p:grpSpPr>
          <a:xfrm>
            <a:off x="6676003" y="4326988"/>
            <a:ext cx="1643853" cy="522351"/>
            <a:chOff x="0" y="-19050"/>
            <a:chExt cx="2191804" cy="696468"/>
          </a:xfrm>
        </p:grpSpPr>
        <p:sp>
          <p:nvSpPr>
            <p:cNvPr id="207" name="Google Shape;207;p5"/>
            <p:cNvSpPr/>
            <p:nvPr/>
          </p:nvSpPr>
          <p:spPr>
            <a:xfrm>
              <a:off x="12700" y="12700"/>
              <a:ext cx="2166366" cy="652018"/>
            </a:xfrm>
            <a:custGeom>
              <a:rect b="b" l="l" r="r" t="t"/>
              <a:pathLst>
                <a:path extrusionOk="0" h="652018" w="2166366">
                  <a:moveTo>
                    <a:pt x="0" y="326009"/>
                  </a:moveTo>
                  <a:cubicBezTo>
                    <a:pt x="0" y="145923"/>
                    <a:pt x="149860" y="0"/>
                    <a:pt x="334772" y="0"/>
                  </a:cubicBezTo>
                  <a:lnTo>
                    <a:pt x="1831594" y="0"/>
                  </a:lnTo>
                  <a:cubicBezTo>
                    <a:pt x="2016506" y="0"/>
                    <a:pt x="2166366" y="145923"/>
                    <a:pt x="2166366" y="326009"/>
                  </a:cubicBezTo>
                  <a:cubicBezTo>
                    <a:pt x="2166366" y="506095"/>
                    <a:pt x="2016506" y="652018"/>
                    <a:pt x="1831594" y="652018"/>
                  </a:cubicBezTo>
                  <a:lnTo>
                    <a:pt x="334772" y="652018"/>
                  </a:lnTo>
                  <a:cubicBezTo>
                    <a:pt x="149860" y="652018"/>
                    <a:pt x="0" y="506095"/>
                    <a:pt x="0" y="326009"/>
                  </a:cubicBezTo>
                  <a:close/>
                </a:path>
              </a:pathLst>
            </a:custGeom>
            <a:solidFill>
              <a:srgbClr val="FFF2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5"/>
            <p:cNvSpPr/>
            <p:nvPr/>
          </p:nvSpPr>
          <p:spPr>
            <a:xfrm>
              <a:off x="0" y="0"/>
              <a:ext cx="2191766" cy="677418"/>
            </a:xfrm>
            <a:custGeom>
              <a:rect b="b" l="l" r="r" t="t"/>
              <a:pathLst>
                <a:path extrusionOk="0" h="677418" w="2191766">
                  <a:moveTo>
                    <a:pt x="0" y="338709"/>
                  </a:moveTo>
                  <a:cubicBezTo>
                    <a:pt x="0" y="151384"/>
                    <a:pt x="155829" y="0"/>
                    <a:pt x="347472" y="0"/>
                  </a:cubicBezTo>
                  <a:lnTo>
                    <a:pt x="1844294" y="0"/>
                  </a:lnTo>
                  <a:lnTo>
                    <a:pt x="1844294" y="12700"/>
                  </a:lnTo>
                  <a:lnTo>
                    <a:pt x="1844294" y="0"/>
                  </a:lnTo>
                  <a:lnTo>
                    <a:pt x="1844294" y="12700"/>
                  </a:lnTo>
                  <a:lnTo>
                    <a:pt x="1844294" y="0"/>
                  </a:lnTo>
                  <a:cubicBezTo>
                    <a:pt x="2035937" y="0"/>
                    <a:pt x="2191766" y="151384"/>
                    <a:pt x="2191766" y="338709"/>
                  </a:cubicBezTo>
                  <a:lnTo>
                    <a:pt x="2179066" y="338709"/>
                  </a:lnTo>
                  <a:lnTo>
                    <a:pt x="2191766" y="338709"/>
                  </a:lnTo>
                  <a:lnTo>
                    <a:pt x="2179066" y="338709"/>
                  </a:lnTo>
                  <a:lnTo>
                    <a:pt x="2191766" y="338709"/>
                  </a:lnTo>
                  <a:cubicBezTo>
                    <a:pt x="2191766" y="526034"/>
                    <a:pt x="2035937" y="677418"/>
                    <a:pt x="1844294" y="677418"/>
                  </a:cubicBezTo>
                  <a:lnTo>
                    <a:pt x="1844294" y="664718"/>
                  </a:lnTo>
                  <a:lnTo>
                    <a:pt x="1844294" y="677418"/>
                  </a:lnTo>
                  <a:lnTo>
                    <a:pt x="347472" y="677418"/>
                  </a:lnTo>
                  <a:lnTo>
                    <a:pt x="347472" y="664718"/>
                  </a:lnTo>
                  <a:lnTo>
                    <a:pt x="347472" y="677418"/>
                  </a:lnTo>
                  <a:cubicBezTo>
                    <a:pt x="155829" y="677418"/>
                    <a:pt x="0" y="526034"/>
                    <a:pt x="0" y="338709"/>
                  </a:cubicBezTo>
                  <a:lnTo>
                    <a:pt x="12700" y="338709"/>
                  </a:lnTo>
                  <a:lnTo>
                    <a:pt x="0" y="338709"/>
                  </a:lnTo>
                  <a:moveTo>
                    <a:pt x="25400" y="338709"/>
                  </a:moveTo>
                  <a:lnTo>
                    <a:pt x="12700" y="338709"/>
                  </a:lnTo>
                  <a:lnTo>
                    <a:pt x="25400" y="338709"/>
                  </a:lnTo>
                  <a:cubicBezTo>
                    <a:pt x="25400" y="511429"/>
                    <a:pt x="169291" y="652018"/>
                    <a:pt x="347472" y="652018"/>
                  </a:cubicBezTo>
                  <a:lnTo>
                    <a:pt x="1844294" y="652018"/>
                  </a:lnTo>
                  <a:cubicBezTo>
                    <a:pt x="2022475" y="652018"/>
                    <a:pt x="2166366" y="511429"/>
                    <a:pt x="2166366" y="338709"/>
                  </a:cubicBezTo>
                  <a:cubicBezTo>
                    <a:pt x="2166366" y="165989"/>
                    <a:pt x="2022475" y="25400"/>
                    <a:pt x="1844294" y="25400"/>
                  </a:cubicBezTo>
                  <a:lnTo>
                    <a:pt x="347472" y="25400"/>
                  </a:lnTo>
                  <a:lnTo>
                    <a:pt x="347472" y="12700"/>
                  </a:lnTo>
                  <a:lnTo>
                    <a:pt x="347472" y="25400"/>
                  </a:lnTo>
                  <a:cubicBezTo>
                    <a:pt x="169291" y="25400"/>
                    <a:pt x="25400" y="165989"/>
                    <a:pt x="25400" y="338709"/>
                  </a:cubicBezTo>
                  <a:close/>
                </a:path>
              </a:pathLst>
            </a:custGeom>
            <a:solidFill>
              <a:srgbClr val="3C40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5"/>
            <p:cNvSpPr txBox="1"/>
            <p:nvPr/>
          </p:nvSpPr>
          <p:spPr>
            <a:xfrm>
              <a:off x="0" y="-19050"/>
              <a:ext cx="2191804" cy="6964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3C4043"/>
                  </a:solidFill>
                  <a:latin typeface="Arimo"/>
                  <a:ea typeface="Arimo"/>
                  <a:cs typeface="Arimo"/>
                  <a:sym typeface="Arimo"/>
                </a:rPr>
                <a:t>1:15 - 1:30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0" name="Google Shape;210;p5"/>
          <p:cNvGrpSpPr/>
          <p:nvPr/>
        </p:nvGrpSpPr>
        <p:grpSpPr>
          <a:xfrm>
            <a:off x="9556096" y="4326988"/>
            <a:ext cx="1643853" cy="522351"/>
            <a:chOff x="0" y="-19050"/>
            <a:chExt cx="2191804" cy="696468"/>
          </a:xfrm>
        </p:grpSpPr>
        <p:sp>
          <p:nvSpPr>
            <p:cNvPr id="211" name="Google Shape;211;p5"/>
            <p:cNvSpPr/>
            <p:nvPr/>
          </p:nvSpPr>
          <p:spPr>
            <a:xfrm>
              <a:off x="12700" y="12700"/>
              <a:ext cx="2166366" cy="652018"/>
            </a:xfrm>
            <a:custGeom>
              <a:rect b="b" l="l" r="r" t="t"/>
              <a:pathLst>
                <a:path extrusionOk="0" h="652018" w="2166366">
                  <a:moveTo>
                    <a:pt x="0" y="326009"/>
                  </a:moveTo>
                  <a:cubicBezTo>
                    <a:pt x="0" y="145923"/>
                    <a:pt x="149860" y="0"/>
                    <a:pt x="334772" y="0"/>
                  </a:cubicBezTo>
                  <a:lnTo>
                    <a:pt x="1831594" y="0"/>
                  </a:lnTo>
                  <a:cubicBezTo>
                    <a:pt x="2016506" y="0"/>
                    <a:pt x="2166366" y="145923"/>
                    <a:pt x="2166366" y="326009"/>
                  </a:cubicBezTo>
                  <a:cubicBezTo>
                    <a:pt x="2166366" y="506095"/>
                    <a:pt x="2016506" y="652018"/>
                    <a:pt x="1831594" y="652018"/>
                  </a:cubicBezTo>
                  <a:lnTo>
                    <a:pt x="334772" y="652018"/>
                  </a:lnTo>
                  <a:cubicBezTo>
                    <a:pt x="149860" y="652018"/>
                    <a:pt x="0" y="506095"/>
                    <a:pt x="0" y="326009"/>
                  </a:cubicBezTo>
                  <a:close/>
                </a:path>
              </a:pathLst>
            </a:custGeom>
            <a:solidFill>
              <a:srgbClr val="FFF2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5"/>
            <p:cNvSpPr/>
            <p:nvPr/>
          </p:nvSpPr>
          <p:spPr>
            <a:xfrm>
              <a:off x="0" y="0"/>
              <a:ext cx="2191766" cy="677418"/>
            </a:xfrm>
            <a:custGeom>
              <a:rect b="b" l="l" r="r" t="t"/>
              <a:pathLst>
                <a:path extrusionOk="0" h="677418" w="2191766">
                  <a:moveTo>
                    <a:pt x="0" y="338709"/>
                  </a:moveTo>
                  <a:cubicBezTo>
                    <a:pt x="0" y="151384"/>
                    <a:pt x="155829" y="0"/>
                    <a:pt x="347472" y="0"/>
                  </a:cubicBezTo>
                  <a:lnTo>
                    <a:pt x="1844294" y="0"/>
                  </a:lnTo>
                  <a:lnTo>
                    <a:pt x="1844294" y="12700"/>
                  </a:lnTo>
                  <a:lnTo>
                    <a:pt x="1844294" y="0"/>
                  </a:lnTo>
                  <a:lnTo>
                    <a:pt x="1844294" y="12700"/>
                  </a:lnTo>
                  <a:lnTo>
                    <a:pt x="1844294" y="0"/>
                  </a:lnTo>
                  <a:cubicBezTo>
                    <a:pt x="2035937" y="0"/>
                    <a:pt x="2191766" y="151384"/>
                    <a:pt x="2191766" y="338709"/>
                  </a:cubicBezTo>
                  <a:lnTo>
                    <a:pt x="2179066" y="338709"/>
                  </a:lnTo>
                  <a:lnTo>
                    <a:pt x="2191766" y="338709"/>
                  </a:lnTo>
                  <a:lnTo>
                    <a:pt x="2179066" y="338709"/>
                  </a:lnTo>
                  <a:lnTo>
                    <a:pt x="2191766" y="338709"/>
                  </a:lnTo>
                  <a:cubicBezTo>
                    <a:pt x="2191766" y="526034"/>
                    <a:pt x="2035937" y="677418"/>
                    <a:pt x="1844294" y="677418"/>
                  </a:cubicBezTo>
                  <a:lnTo>
                    <a:pt x="1844294" y="664718"/>
                  </a:lnTo>
                  <a:lnTo>
                    <a:pt x="1844294" y="677418"/>
                  </a:lnTo>
                  <a:lnTo>
                    <a:pt x="347472" y="677418"/>
                  </a:lnTo>
                  <a:lnTo>
                    <a:pt x="347472" y="664718"/>
                  </a:lnTo>
                  <a:lnTo>
                    <a:pt x="347472" y="677418"/>
                  </a:lnTo>
                  <a:cubicBezTo>
                    <a:pt x="155829" y="677418"/>
                    <a:pt x="0" y="526034"/>
                    <a:pt x="0" y="338709"/>
                  </a:cubicBezTo>
                  <a:lnTo>
                    <a:pt x="12700" y="338709"/>
                  </a:lnTo>
                  <a:lnTo>
                    <a:pt x="0" y="338709"/>
                  </a:lnTo>
                  <a:moveTo>
                    <a:pt x="25400" y="338709"/>
                  </a:moveTo>
                  <a:lnTo>
                    <a:pt x="12700" y="338709"/>
                  </a:lnTo>
                  <a:lnTo>
                    <a:pt x="25400" y="338709"/>
                  </a:lnTo>
                  <a:cubicBezTo>
                    <a:pt x="25400" y="511429"/>
                    <a:pt x="169291" y="652018"/>
                    <a:pt x="347472" y="652018"/>
                  </a:cubicBezTo>
                  <a:lnTo>
                    <a:pt x="1844294" y="652018"/>
                  </a:lnTo>
                  <a:cubicBezTo>
                    <a:pt x="2022475" y="652018"/>
                    <a:pt x="2166366" y="511429"/>
                    <a:pt x="2166366" y="338709"/>
                  </a:cubicBezTo>
                  <a:cubicBezTo>
                    <a:pt x="2166366" y="165989"/>
                    <a:pt x="2022475" y="25400"/>
                    <a:pt x="1844294" y="25400"/>
                  </a:cubicBezTo>
                  <a:lnTo>
                    <a:pt x="347472" y="25400"/>
                  </a:lnTo>
                  <a:lnTo>
                    <a:pt x="347472" y="12700"/>
                  </a:lnTo>
                  <a:lnTo>
                    <a:pt x="347472" y="25400"/>
                  </a:lnTo>
                  <a:cubicBezTo>
                    <a:pt x="169291" y="25400"/>
                    <a:pt x="25400" y="165989"/>
                    <a:pt x="25400" y="338709"/>
                  </a:cubicBezTo>
                  <a:close/>
                </a:path>
              </a:pathLst>
            </a:custGeom>
            <a:solidFill>
              <a:srgbClr val="3C40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5"/>
            <p:cNvSpPr txBox="1"/>
            <p:nvPr/>
          </p:nvSpPr>
          <p:spPr>
            <a:xfrm>
              <a:off x="0" y="-19050"/>
              <a:ext cx="2191804" cy="6964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3C4043"/>
                  </a:solidFill>
                  <a:latin typeface="Arimo"/>
                  <a:ea typeface="Arimo"/>
                  <a:cs typeface="Arimo"/>
                  <a:sym typeface="Arimo"/>
                </a:rPr>
                <a:t>1:30 - 2:00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4" name="Google Shape;214;p5"/>
          <p:cNvGrpSpPr/>
          <p:nvPr/>
        </p:nvGrpSpPr>
        <p:grpSpPr>
          <a:xfrm>
            <a:off x="12436199" y="4326988"/>
            <a:ext cx="1643853" cy="522351"/>
            <a:chOff x="0" y="-19050"/>
            <a:chExt cx="2191804" cy="696468"/>
          </a:xfrm>
        </p:grpSpPr>
        <p:sp>
          <p:nvSpPr>
            <p:cNvPr id="215" name="Google Shape;215;p5"/>
            <p:cNvSpPr/>
            <p:nvPr/>
          </p:nvSpPr>
          <p:spPr>
            <a:xfrm>
              <a:off x="12700" y="12700"/>
              <a:ext cx="2166366" cy="652018"/>
            </a:xfrm>
            <a:custGeom>
              <a:rect b="b" l="l" r="r" t="t"/>
              <a:pathLst>
                <a:path extrusionOk="0" h="652018" w="2166366">
                  <a:moveTo>
                    <a:pt x="0" y="326009"/>
                  </a:moveTo>
                  <a:cubicBezTo>
                    <a:pt x="0" y="145923"/>
                    <a:pt x="149860" y="0"/>
                    <a:pt x="334772" y="0"/>
                  </a:cubicBezTo>
                  <a:lnTo>
                    <a:pt x="1831594" y="0"/>
                  </a:lnTo>
                  <a:cubicBezTo>
                    <a:pt x="2016506" y="0"/>
                    <a:pt x="2166366" y="145923"/>
                    <a:pt x="2166366" y="326009"/>
                  </a:cubicBezTo>
                  <a:cubicBezTo>
                    <a:pt x="2166366" y="506095"/>
                    <a:pt x="2016506" y="652018"/>
                    <a:pt x="1831594" y="652018"/>
                  </a:cubicBezTo>
                  <a:lnTo>
                    <a:pt x="334772" y="652018"/>
                  </a:lnTo>
                  <a:cubicBezTo>
                    <a:pt x="149860" y="652018"/>
                    <a:pt x="0" y="506095"/>
                    <a:pt x="0" y="326009"/>
                  </a:cubicBezTo>
                  <a:close/>
                </a:path>
              </a:pathLst>
            </a:custGeom>
            <a:solidFill>
              <a:srgbClr val="FFF2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5"/>
            <p:cNvSpPr/>
            <p:nvPr/>
          </p:nvSpPr>
          <p:spPr>
            <a:xfrm>
              <a:off x="0" y="0"/>
              <a:ext cx="2191766" cy="677418"/>
            </a:xfrm>
            <a:custGeom>
              <a:rect b="b" l="l" r="r" t="t"/>
              <a:pathLst>
                <a:path extrusionOk="0" h="677418" w="2191766">
                  <a:moveTo>
                    <a:pt x="0" y="338709"/>
                  </a:moveTo>
                  <a:cubicBezTo>
                    <a:pt x="0" y="151384"/>
                    <a:pt x="155829" y="0"/>
                    <a:pt x="347472" y="0"/>
                  </a:cubicBezTo>
                  <a:lnTo>
                    <a:pt x="1844294" y="0"/>
                  </a:lnTo>
                  <a:lnTo>
                    <a:pt x="1844294" y="12700"/>
                  </a:lnTo>
                  <a:lnTo>
                    <a:pt x="1844294" y="0"/>
                  </a:lnTo>
                  <a:lnTo>
                    <a:pt x="1844294" y="12700"/>
                  </a:lnTo>
                  <a:lnTo>
                    <a:pt x="1844294" y="0"/>
                  </a:lnTo>
                  <a:cubicBezTo>
                    <a:pt x="2035937" y="0"/>
                    <a:pt x="2191766" y="151384"/>
                    <a:pt x="2191766" y="338709"/>
                  </a:cubicBezTo>
                  <a:lnTo>
                    <a:pt x="2179066" y="338709"/>
                  </a:lnTo>
                  <a:lnTo>
                    <a:pt x="2191766" y="338709"/>
                  </a:lnTo>
                  <a:lnTo>
                    <a:pt x="2179066" y="338709"/>
                  </a:lnTo>
                  <a:lnTo>
                    <a:pt x="2191766" y="338709"/>
                  </a:lnTo>
                  <a:cubicBezTo>
                    <a:pt x="2191766" y="526034"/>
                    <a:pt x="2035937" y="677418"/>
                    <a:pt x="1844294" y="677418"/>
                  </a:cubicBezTo>
                  <a:lnTo>
                    <a:pt x="1844294" y="664718"/>
                  </a:lnTo>
                  <a:lnTo>
                    <a:pt x="1844294" y="677418"/>
                  </a:lnTo>
                  <a:lnTo>
                    <a:pt x="347472" y="677418"/>
                  </a:lnTo>
                  <a:lnTo>
                    <a:pt x="347472" y="664718"/>
                  </a:lnTo>
                  <a:lnTo>
                    <a:pt x="347472" y="677418"/>
                  </a:lnTo>
                  <a:cubicBezTo>
                    <a:pt x="155829" y="677418"/>
                    <a:pt x="0" y="526034"/>
                    <a:pt x="0" y="338709"/>
                  </a:cubicBezTo>
                  <a:lnTo>
                    <a:pt x="12700" y="338709"/>
                  </a:lnTo>
                  <a:lnTo>
                    <a:pt x="0" y="338709"/>
                  </a:lnTo>
                  <a:moveTo>
                    <a:pt x="25400" y="338709"/>
                  </a:moveTo>
                  <a:lnTo>
                    <a:pt x="12700" y="338709"/>
                  </a:lnTo>
                  <a:lnTo>
                    <a:pt x="25400" y="338709"/>
                  </a:lnTo>
                  <a:cubicBezTo>
                    <a:pt x="25400" y="511429"/>
                    <a:pt x="169291" y="652018"/>
                    <a:pt x="347472" y="652018"/>
                  </a:cubicBezTo>
                  <a:lnTo>
                    <a:pt x="1844294" y="652018"/>
                  </a:lnTo>
                  <a:cubicBezTo>
                    <a:pt x="2022475" y="652018"/>
                    <a:pt x="2166366" y="511429"/>
                    <a:pt x="2166366" y="338709"/>
                  </a:cubicBezTo>
                  <a:cubicBezTo>
                    <a:pt x="2166366" y="165989"/>
                    <a:pt x="2022475" y="25400"/>
                    <a:pt x="1844294" y="25400"/>
                  </a:cubicBezTo>
                  <a:lnTo>
                    <a:pt x="347472" y="25400"/>
                  </a:lnTo>
                  <a:lnTo>
                    <a:pt x="347472" y="12700"/>
                  </a:lnTo>
                  <a:lnTo>
                    <a:pt x="347472" y="25400"/>
                  </a:lnTo>
                  <a:cubicBezTo>
                    <a:pt x="169291" y="25400"/>
                    <a:pt x="25400" y="165989"/>
                    <a:pt x="25400" y="338709"/>
                  </a:cubicBezTo>
                  <a:close/>
                </a:path>
              </a:pathLst>
            </a:custGeom>
            <a:solidFill>
              <a:srgbClr val="3C40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5"/>
            <p:cNvSpPr txBox="1"/>
            <p:nvPr/>
          </p:nvSpPr>
          <p:spPr>
            <a:xfrm>
              <a:off x="0" y="-19050"/>
              <a:ext cx="2191804" cy="6964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3C4043"/>
                  </a:solidFill>
                  <a:latin typeface="Arimo"/>
                  <a:ea typeface="Arimo"/>
                  <a:cs typeface="Arimo"/>
                  <a:sym typeface="Arimo"/>
                </a:rPr>
                <a:t>2:00 - 2:50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8" name="Google Shape;218;p5"/>
          <p:cNvSpPr txBox="1"/>
          <p:nvPr/>
        </p:nvSpPr>
        <p:spPr>
          <a:xfrm>
            <a:off x="5524268" y="5990749"/>
            <a:ext cx="2496600" cy="15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rPr b="0" i="0" lang="en-US" sz="2599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Break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77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t/>
            </a:r>
            <a:endParaRPr b="0" i="0" sz="2599" u="none" cap="none" strike="noStrike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6987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t/>
            </a:r>
            <a:endParaRPr b="0" i="0" sz="2599" u="none" cap="none" strike="noStrike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219" name="Google Shape;219;p5"/>
          <p:cNvSpPr txBox="1"/>
          <p:nvPr/>
        </p:nvSpPr>
        <p:spPr>
          <a:xfrm>
            <a:off x="3367550" y="6035100"/>
            <a:ext cx="2634300" cy="29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rPr b="0" i="0" lang="en-US" sz="2599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77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t/>
            </a:r>
            <a:endParaRPr b="0" i="0" sz="2599" u="none" cap="none" strike="noStrike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53931" lvl="1" marL="907865" marR="0" rtl="0" algn="l">
              <a:lnSpc>
                <a:spcPct val="138021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799"/>
              <a:buFont typeface="Arial"/>
              <a:buChar char="•"/>
            </a:pPr>
            <a:r>
              <a:rPr b="0" i="0" lang="en-US" sz="1799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New concept introduction + micro-challenges</a:t>
            </a:r>
            <a:endParaRPr b="0" i="0" sz="1799" u="none" cap="none" strike="noStrike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53931" lvl="1" marL="907865" marR="0" rtl="0" algn="l">
              <a:lnSpc>
                <a:spcPct val="138021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799"/>
              <a:buFont typeface="Arial"/>
              <a:buChar char="•"/>
            </a:pPr>
            <a:r>
              <a:rPr b="0" i="0" lang="en-US" sz="1799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Live coding demo by tutor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5"/>
          <p:cNvSpPr txBox="1"/>
          <p:nvPr/>
        </p:nvSpPr>
        <p:spPr>
          <a:xfrm>
            <a:off x="8979870" y="5861302"/>
            <a:ext cx="2786700" cy="18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rPr b="0" i="0" lang="en-US" sz="2599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77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t/>
            </a:r>
            <a:endParaRPr b="0" i="0" sz="2599" u="none" cap="none" strike="noStrike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53932" lvl="1" marL="907865" marR="0" rtl="0" algn="l">
              <a:lnSpc>
                <a:spcPct val="138021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799"/>
              <a:buFont typeface="Arial"/>
              <a:buChar char="•"/>
            </a:pPr>
            <a:r>
              <a:rPr b="0" i="0" lang="en-US" sz="1799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Continue with 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5"/>
          <p:cNvSpPr txBox="1"/>
          <p:nvPr/>
        </p:nvSpPr>
        <p:spPr>
          <a:xfrm>
            <a:off x="11576028" y="5882697"/>
            <a:ext cx="3714600" cy="218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rPr b="0" i="0" lang="en-US" sz="2599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Collaborative Challenge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77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t/>
            </a:r>
            <a:endParaRPr b="0" i="0" sz="2599" u="none" cap="none" strike="noStrike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342836" lvl="1" marL="914400" marR="0" rtl="0" algn="l">
              <a:lnSpc>
                <a:spcPct val="138021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799"/>
              <a:buFont typeface="Arial"/>
              <a:buChar char="•"/>
            </a:pPr>
            <a:r>
              <a:rPr b="0" i="0" lang="en-US" sz="1799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Students work together to solve challenges</a:t>
            </a:r>
            <a:endParaRPr b="0" i="0" sz="1799" u="none" cap="none" strike="noStrike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8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9"/>
              <a:buFont typeface="Arial"/>
              <a:buNone/>
            </a:pPr>
            <a:r>
              <a:t/>
            </a:r>
            <a:endParaRPr b="0" i="0" sz="1799" u="none" cap="none" strike="noStrike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cxnSp>
        <p:nvCxnSpPr>
          <p:cNvPr id="222" name="Google Shape;222;p5"/>
          <p:cNvCxnSpPr/>
          <p:nvPr/>
        </p:nvCxnSpPr>
        <p:spPr>
          <a:xfrm rot="5323432">
            <a:off x="15830814" y="5256458"/>
            <a:ext cx="862114" cy="0"/>
          </a:xfrm>
          <a:prstGeom prst="straightConnector1">
            <a:avLst/>
          </a:prstGeom>
          <a:noFill/>
          <a:ln cap="rnd" cmpd="sng" w="9525">
            <a:solidFill>
              <a:srgbClr val="3C4043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23" name="Google Shape;223;p5"/>
          <p:cNvGrpSpPr/>
          <p:nvPr/>
        </p:nvGrpSpPr>
        <p:grpSpPr>
          <a:xfrm>
            <a:off x="16192274" y="5672976"/>
            <a:ext cx="139065" cy="139065"/>
            <a:chOff x="0" y="0"/>
            <a:chExt cx="185420" cy="185420"/>
          </a:xfrm>
        </p:grpSpPr>
        <p:sp>
          <p:nvSpPr>
            <p:cNvPr id="224" name="Google Shape;224;p5"/>
            <p:cNvSpPr/>
            <p:nvPr/>
          </p:nvSpPr>
          <p:spPr>
            <a:xfrm>
              <a:off x="12700" y="12700"/>
              <a:ext cx="160020" cy="160020"/>
            </a:xfrm>
            <a:custGeom>
              <a:rect b="b" l="l" r="r" t="t"/>
              <a:pathLst>
                <a:path extrusionOk="0" h="160020" w="160020">
                  <a:moveTo>
                    <a:pt x="0" y="80010"/>
                  </a:moveTo>
                  <a:cubicBezTo>
                    <a:pt x="0" y="35814"/>
                    <a:pt x="35814" y="0"/>
                    <a:pt x="80010" y="0"/>
                  </a:cubicBezTo>
                  <a:cubicBezTo>
                    <a:pt x="124206" y="0"/>
                    <a:pt x="160020" y="35814"/>
                    <a:pt x="160020" y="80010"/>
                  </a:cubicBezTo>
                  <a:cubicBezTo>
                    <a:pt x="160020" y="124206"/>
                    <a:pt x="124206" y="160020"/>
                    <a:pt x="80010" y="160020"/>
                  </a:cubicBezTo>
                  <a:cubicBezTo>
                    <a:pt x="35814" y="160020"/>
                    <a:pt x="0" y="124206"/>
                    <a:pt x="0" y="8001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5"/>
            <p:cNvSpPr/>
            <p:nvPr/>
          </p:nvSpPr>
          <p:spPr>
            <a:xfrm>
              <a:off x="0" y="0"/>
              <a:ext cx="185420" cy="185420"/>
            </a:xfrm>
            <a:custGeom>
              <a:rect b="b" l="l" r="r" t="t"/>
              <a:pathLst>
                <a:path extrusionOk="0" h="185420" w="185420">
                  <a:moveTo>
                    <a:pt x="0" y="92710"/>
                  </a:moveTo>
                  <a:cubicBezTo>
                    <a:pt x="0" y="41529"/>
                    <a:pt x="41529" y="0"/>
                    <a:pt x="92710" y="0"/>
                  </a:cubicBezTo>
                  <a:lnTo>
                    <a:pt x="92710" y="12700"/>
                  </a:lnTo>
                  <a:lnTo>
                    <a:pt x="92710" y="0"/>
                  </a:lnTo>
                  <a:cubicBezTo>
                    <a:pt x="143891" y="0"/>
                    <a:pt x="185420" y="41529"/>
                    <a:pt x="185420" y="92710"/>
                  </a:cubicBezTo>
                  <a:lnTo>
                    <a:pt x="172720" y="92710"/>
                  </a:lnTo>
                  <a:lnTo>
                    <a:pt x="185420" y="92710"/>
                  </a:lnTo>
                  <a:cubicBezTo>
                    <a:pt x="185420" y="143891"/>
                    <a:pt x="143891" y="185420"/>
                    <a:pt x="92710" y="185420"/>
                  </a:cubicBezTo>
                  <a:lnTo>
                    <a:pt x="92710" y="172720"/>
                  </a:lnTo>
                  <a:lnTo>
                    <a:pt x="92710" y="185420"/>
                  </a:lnTo>
                  <a:cubicBezTo>
                    <a:pt x="41529" y="185420"/>
                    <a:pt x="0" y="143891"/>
                    <a:pt x="0" y="92710"/>
                  </a:cubicBezTo>
                  <a:lnTo>
                    <a:pt x="12700" y="92710"/>
                  </a:lnTo>
                  <a:lnTo>
                    <a:pt x="25400" y="92710"/>
                  </a:lnTo>
                  <a:lnTo>
                    <a:pt x="12700" y="92710"/>
                  </a:lnTo>
                  <a:lnTo>
                    <a:pt x="0" y="92710"/>
                  </a:lnTo>
                  <a:moveTo>
                    <a:pt x="25400" y="92710"/>
                  </a:moveTo>
                  <a:cubicBezTo>
                    <a:pt x="25400" y="99695"/>
                    <a:pt x="19685" y="105410"/>
                    <a:pt x="12700" y="105410"/>
                  </a:cubicBezTo>
                  <a:cubicBezTo>
                    <a:pt x="5715" y="105410"/>
                    <a:pt x="0" y="99695"/>
                    <a:pt x="0" y="92710"/>
                  </a:cubicBezTo>
                  <a:cubicBezTo>
                    <a:pt x="0" y="85725"/>
                    <a:pt x="5715" y="80010"/>
                    <a:pt x="12700" y="80010"/>
                  </a:cubicBezTo>
                  <a:cubicBezTo>
                    <a:pt x="19685" y="80010"/>
                    <a:pt x="25400" y="85725"/>
                    <a:pt x="25400" y="92710"/>
                  </a:cubicBezTo>
                  <a:cubicBezTo>
                    <a:pt x="25400" y="129921"/>
                    <a:pt x="55499" y="160020"/>
                    <a:pt x="92710" y="160020"/>
                  </a:cubicBezTo>
                  <a:cubicBezTo>
                    <a:pt x="129921" y="160020"/>
                    <a:pt x="160020" y="129921"/>
                    <a:pt x="160020" y="92710"/>
                  </a:cubicBezTo>
                  <a:cubicBezTo>
                    <a:pt x="160020" y="55499"/>
                    <a:pt x="129921" y="25400"/>
                    <a:pt x="92710" y="25400"/>
                  </a:cubicBezTo>
                  <a:lnTo>
                    <a:pt x="92710" y="12700"/>
                  </a:lnTo>
                  <a:lnTo>
                    <a:pt x="92710" y="25400"/>
                  </a:lnTo>
                  <a:cubicBezTo>
                    <a:pt x="55499" y="25400"/>
                    <a:pt x="25400" y="55499"/>
                    <a:pt x="25400" y="92710"/>
                  </a:cubicBezTo>
                  <a:close/>
                </a:path>
              </a:pathLst>
            </a:custGeom>
            <a:solidFill>
              <a:srgbClr val="3C40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" name="Google Shape;226;p5"/>
          <p:cNvGrpSpPr/>
          <p:nvPr/>
        </p:nvGrpSpPr>
        <p:grpSpPr>
          <a:xfrm>
            <a:off x="15439875" y="4326988"/>
            <a:ext cx="1643850" cy="522450"/>
            <a:chOff x="0" y="-19050"/>
            <a:chExt cx="2191800" cy="696600"/>
          </a:xfrm>
        </p:grpSpPr>
        <p:sp>
          <p:nvSpPr>
            <p:cNvPr id="227" name="Google Shape;227;p5"/>
            <p:cNvSpPr/>
            <p:nvPr/>
          </p:nvSpPr>
          <p:spPr>
            <a:xfrm>
              <a:off x="12700" y="12700"/>
              <a:ext cx="2166366" cy="652018"/>
            </a:xfrm>
            <a:custGeom>
              <a:rect b="b" l="l" r="r" t="t"/>
              <a:pathLst>
                <a:path extrusionOk="0" h="652018" w="2166366">
                  <a:moveTo>
                    <a:pt x="0" y="326009"/>
                  </a:moveTo>
                  <a:cubicBezTo>
                    <a:pt x="0" y="145923"/>
                    <a:pt x="149860" y="0"/>
                    <a:pt x="334772" y="0"/>
                  </a:cubicBezTo>
                  <a:lnTo>
                    <a:pt x="1831594" y="0"/>
                  </a:lnTo>
                  <a:cubicBezTo>
                    <a:pt x="2016506" y="0"/>
                    <a:pt x="2166366" y="145923"/>
                    <a:pt x="2166366" y="326009"/>
                  </a:cubicBezTo>
                  <a:cubicBezTo>
                    <a:pt x="2166366" y="506095"/>
                    <a:pt x="2016506" y="652018"/>
                    <a:pt x="1831594" y="652018"/>
                  </a:cubicBezTo>
                  <a:lnTo>
                    <a:pt x="334772" y="652018"/>
                  </a:lnTo>
                  <a:cubicBezTo>
                    <a:pt x="149860" y="652018"/>
                    <a:pt x="0" y="506095"/>
                    <a:pt x="0" y="326009"/>
                  </a:cubicBezTo>
                  <a:close/>
                </a:path>
              </a:pathLst>
            </a:custGeom>
            <a:solidFill>
              <a:srgbClr val="FFF2D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5"/>
            <p:cNvSpPr/>
            <p:nvPr/>
          </p:nvSpPr>
          <p:spPr>
            <a:xfrm>
              <a:off x="0" y="0"/>
              <a:ext cx="2191766" cy="677418"/>
            </a:xfrm>
            <a:custGeom>
              <a:rect b="b" l="l" r="r" t="t"/>
              <a:pathLst>
                <a:path extrusionOk="0" h="677418" w="2191766">
                  <a:moveTo>
                    <a:pt x="0" y="338709"/>
                  </a:moveTo>
                  <a:cubicBezTo>
                    <a:pt x="0" y="151384"/>
                    <a:pt x="155829" y="0"/>
                    <a:pt x="347472" y="0"/>
                  </a:cubicBezTo>
                  <a:lnTo>
                    <a:pt x="1844294" y="0"/>
                  </a:lnTo>
                  <a:lnTo>
                    <a:pt x="1844294" y="12700"/>
                  </a:lnTo>
                  <a:lnTo>
                    <a:pt x="1844294" y="0"/>
                  </a:lnTo>
                  <a:lnTo>
                    <a:pt x="1844294" y="12700"/>
                  </a:lnTo>
                  <a:lnTo>
                    <a:pt x="1844294" y="0"/>
                  </a:lnTo>
                  <a:cubicBezTo>
                    <a:pt x="2035937" y="0"/>
                    <a:pt x="2191766" y="151384"/>
                    <a:pt x="2191766" y="338709"/>
                  </a:cubicBezTo>
                  <a:lnTo>
                    <a:pt x="2179066" y="338709"/>
                  </a:lnTo>
                  <a:lnTo>
                    <a:pt x="2191766" y="338709"/>
                  </a:lnTo>
                  <a:lnTo>
                    <a:pt x="2179066" y="338709"/>
                  </a:lnTo>
                  <a:lnTo>
                    <a:pt x="2191766" y="338709"/>
                  </a:lnTo>
                  <a:cubicBezTo>
                    <a:pt x="2191766" y="526034"/>
                    <a:pt x="2035937" y="677418"/>
                    <a:pt x="1844294" y="677418"/>
                  </a:cubicBezTo>
                  <a:lnTo>
                    <a:pt x="1844294" y="664718"/>
                  </a:lnTo>
                  <a:lnTo>
                    <a:pt x="1844294" y="677418"/>
                  </a:lnTo>
                  <a:lnTo>
                    <a:pt x="347472" y="677418"/>
                  </a:lnTo>
                  <a:lnTo>
                    <a:pt x="347472" y="664718"/>
                  </a:lnTo>
                  <a:lnTo>
                    <a:pt x="347472" y="677418"/>
                  </a:lnTo>
                  <a:cubicBezTo>
                    <a:pt x="155829" y="677418"/>
                    <a:pt x="0" y="526034"/>
                    <a:pt x="0" y="338709"/>
                  </a:cubicBezTo>
                  <a:lnTo>
                    <a:pt x="12700" y="338709"/>
                  </a:lnTo>
                  <a:lnTo>
                    <a:pt x="0" y="338709"/>
                  </a:lnTo>
                  <a:moveTo>
                    <a:pt x="25400" y="338709"/>
                  </a:moveTo>
                  <a:lnTo>
                    <a:pt x="12700" y="338709"/>
                  </a:lnTo>
                  <a:lnTo>
                    <a:pt x="25400" y="338709"/>
                  </a:lnTo>
                  <a:cubicBezTo>
                    <a:pt x="25400" y="511429"/>
                    <a:pt x="169291" y="652018"/>
                    <a:pt x="347472" y="652018"/>
                  </a:cubicBezTo>
                  <a:lnTo>
                    <a:pt x="1844294" y="652018"/>
                  </a:lnTo>
                  <a:cubicBezTo>
                    <a:pt x="2022475" y="652018"/>
                    <a:pt x="2166366" y="511429"/>
                    <a:pt x="2166366" y="338709"/>
                  </a:cubicBezTo>
                  <a:cubicBezTo>
                    <a:pt x="2166366" y="165989"/>
                    <a:pt x="2022475" y="25400"/>
                    <a:pt x="1844294" y="25400"/>
                  </a:cubicBezTo>
                  <a:lnTo>
                    <a:pt x="347472" y="25400"/>
                  </a:lnTo>
                  <a:lnTo>
                    <a:pt x="347472" y="12700"/>
                  </a:lnTo>
                  <a:lnTo>
                    <a:pt x="347472" y="25400"/>
                  </a:lnTo>
                  <a:cubicBezTo>
                    <a:pt x="169291" y="25400"/>
                    <a:pt x="25400" y="165989"/>
                    <a:pt x="25400" y="338709"/>
                  </a:cubicBezTo>
                  <a:close/>
                </a:path>
              </a:pathLst>
            </a:custGeom>
            <a:solidFill>
              <a:srgbClr val="3C404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5"/>
            <p:cNvSpPr txBox="1"/>
            <p:nvPr/>
          </p:nvSpPr>
          <p:spPr>
            <a:xfrm>
              <a:off x="0" y="-19050"/>
              <a:ext cx="2191800" cy="696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3C4043"/>
                  </a:solidFill>
                  <a:latin typeface="Arimo"/>
                  <a:ea typeface="Arimo"/>
                  <a:cs typeface="Arimo"/>
                  <a:sym typeface="Arimo"/>
                </a:rPr>
                <a:t>2:50 - 3:00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0" name="Google Shape;230;p5"/>
          <p:cNvSpPr txBox="1"/>
          <p:nvPr/>
        </p:nvSpPr>
        <p:spPr>
          <a:xfrm>
            <a:off x="14882288" y="5915851"/>
            <a:ext cx="3189600" cy="256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rPr b="0" i="0" lang="en-US" sz="2599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Wrap-up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771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t/>
            </a:r>
            <a:endParaRPr b="0" i="0" sz="2599" u="none" cap="none" strike="noStrike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53930" lvl="1" marL="907864" marR="0" rtl="0" algn="l">
              <a:lnSpc>
                <a:spcPct val="138021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799"/>
              <a:buFont typeface="Arial"/>
              <a:buChar char="•"/>
            </a:pPr>
            <a:r>
              <a:rPr b="0" i="0" lang="en-US" sz="1799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Optional Homework Assignment</a:t>
            </a:r>
            <a:endParaRPr b="0" i="0" sz="1799" u="none" cap="none" strike="noStrike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-453930" lvl="1" marL="907864" marR="0" rtl="0" algn="l">
              <a:lnSpc>
                <a:spcPct val="138021"/>
              </a:lnSpc>
              <a:spcBef>
                <a:spcPts val="0"/>
              </a:spcBef>
              <a:spcAft>
                <a:spcPts val="0"/>
              </a:spcAft>
              <a:buClr>
                <a:srgbClr val="3C4043"/>
              </a:buClr>
              <a:buSzPts val="1799"/>
              <a:buFont typeface="Arimo"/>
              <a:buChar char="•"/>
            </a:pPr>
            <a:r>
              <a:rPr b="0" i="0" lang="en-US" sz="1799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Preview of next session</a:t>
            </a:r>
            <a:endParaRPr b="0" i="0" sz="1799" u="none" cap="none" strike="noStrike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DC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9" name="Google Shape;239;g3d19a1b4c66_0_76"/>
          <p:cNvGraphicFramePr/>
          <p:nvPr/>
        </p:nvGraphicFramePr>
        <p:xfrm>
          <a:off x="417099" y="30483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{C504682A-7A2D-409E-AEE4-10F6986A7761}</a:tableStyleId>
              </a:tblPr>
              <a:tblGrid>
                <a:gridCol w="2845925"/>
                <a:gridCol w="2845925"/>
                <a:gridCol w="2845925"/>
                <a:gridCol w="2845925"/>
                <a:gridCol w="2845925"/>
                <a:gridCol w="3224200"/>
              </a:tblGrid>
              <a:tr h="1325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3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4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5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6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CDFF"/>
                    </a:solidFill>
                  </a:tcPr>
                </a:tc>
              </a:tr>
              <a:tr h="3771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Python Basics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Loops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latin typeface="Arimo"/>
                          <a:ea typeface="Arimo"/>
                          <a:cs typeface="Arimo"/>
                          <a:sym typeface="Arimo"/>
                        </a:rPr>
                        <a:t>Data Structures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Functions &amp; Recursion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File IO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Data Representation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0" name="Google Shape;240;g3d19a1b4c66_0_76"/>
          <p:cNvSpPr txBox="1"/>
          <p:nvPr/>
        </p:nvSpPr>
        <p:spPr>
          <a:xfrm>
            <a:off x="555003" y="895350"/>
            <a:ext cx="1717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12-week Plan: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d19a1b4c66_0_76"/>
          <p:cNvSpPr txBox="1"/>
          <p:nvPr/>
        </p:nvSpPr>
        <p:spPr>
          <a:xfrm>
            <a:off x="555003" y="538667"/>
            <a:ext cx="3260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Bit by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DC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0" name="Google Shape;250;p8"/>
          <p:cNvGraphicFramePr/>
          <p:nvPr/>
        </p:nvGraphicFramePr>
        <p:xfrm>
          <a:off x="417099" y="30483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{C504682A-7A2D-409E-AEE4-10F6986A7761}</a:tableStyleId>
              </a:tblPr>
              <a:tblGrid>
                <a:gridCol w="2845925"/>
                <a:gridCol w="2845925"/>
                <a:gridCol w="2845925"/>
                <a:gridCol w="2845925"/>
                <a:gridCol w="2845925"/>
                <a:gridCol w="3224200"/>
              </a:tblGrid>
              <a:tr h="13250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7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8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9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10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11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CD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b="1" lang="en-US" sz="30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12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CDFF"/>
                    </a:solidFill>
                  </a:tcPr>
                </a:tc>
              </a:tr>
              <a:tr h="3771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Searching &amp; Sorting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OOP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Grand Challenge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Build Week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Presentation and Evaluation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u="none" cap="none" strike="noStrik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Knowledge Expander</a:t>
                      </a:r>
                      <a:endParaRPr sz="1100" u="none" cap="none" strike="noStrike"/>
                    </a:p>
                  </a:txBody>
                  <a:tcPr marT="190500" marB="190500" marR="190500" marL="190500" anchor="ctr">
                    <a:lnL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BB99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1" name="Google Shape;251;p8"/>
          <p:cNvSpPr txBox="1"/>
          <p:nvPr/>
        </p:nvSpPr>
        <p:spPr>
          <a:xfrm>
            <a:off x="555003" y="895350"/>
            <a:ext cx="17178004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12-week Plan: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8"/>
          <p:cNvSpPr txBox="1"/>
          <p:nvPr/>
        </p:nvSpPr>
        <p:spPr>
          <a:xfrm>
            <a:off x="555003" y="538667"/>
            <a:ext cx="3260398" cy="293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Bit by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DC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d0cd3c281b_0_47"/>
          <p:cNvSpPr txBox="1"/>
          <p:nvPr/>
        </p:nvSpPr>
        <p:spPr>
          <a:xfrm>
            <a:off x="555003" y="895350"/>
            <a:ext cx="1717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The Power of Pair Programming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g3d0cd3c281b_0_47"/>
          <p:cNvSpPr txBox="1"/>
          <p:nvPr/>
        </p:nvSpPr>
        <p:spPr>
          <a:xfrm>
            <a:off x="555003" y="538667"/>
            <a:ext cx="3260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Bit by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g3d0cd3c281b_0_47"/>
          <p:cNvSpPr txBox="1"/>
          <p:nvPr/>
        </p:nvSpPr>
        <p:spPr>
          <a:xfrm>
            <a:off x="9459900" y="2386775"/>
            <a:ext cx="7814100" cy="7665300"/>
          </a:xfrm>
          <a:prstGeom prst="rect">
            <a:avLst/>
          </a:prstGeom>
          <a:solidFill>
            <a:srgbClr val="FFF2DC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91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●"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Driver: 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Controls the keyboard and types the code.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●"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Navigator: 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Reviews the code, asks questions, and thinks ahead to the next step.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●"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Rotation: 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Roles swap every 10-15 minutes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91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●"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Benefit: 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Reduces anxiety, enables peer teaching, improves code quality, and builds professional collaborative norms.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g3d0cd3c281b_0_47" title="March Bootcamp Certificate.png"/>
          <p:cNvPicPr preferRelativeResize="0"/>
          <p:nvPr/>
        </p:nvPicPr>
        <p:blipFill rotWithShape="1">
          <a:blip r:embed="rId3">
            <a:alphaModFix/>
          </a:blip>
          <a:srcRect b="38674" l="7685" r="44227" t="28098"/>
          <a:stretch/>
        </p:blipFill>
        <p:spPr>
          <a:xfrm>
            <a:off x="565500" y="1818754"/>
            <a:ext cx="8013000" cy="870587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g3d0cd3c281b_0_47"/>
          <p:cNvSpPr/>
          <p:nvPr/>
        </p:nvSpPr>
        <p:spPr>
          <a:xfrm>
            <a:off x="1423950" y="2222425"/>
            <a:ext cx="2328900" cy="758700"/>
          </a:xfrm>
          <a:prstGeom prst="rect">
            <a:avLst/>
          </a:prstGeom>
          <a:solidFill>
            <a:srgbClr val="FFF2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d0cd3c281b_0_47"/>
          <p:cNvSpPr/>
          <p:nvPr/>
        </p:nvSpPr>
        <p:spPr>
          <a:xfrm>
            <a:off x="5342475" y="1909050"/>
            <a:ext cx="2571600" cy="758700"/>
          </a:xfrm>
          <a:prstGeom prst="rect">
            <a:avLst/>
          </a:prstGeom>
          <a:solidFill>
            <a:srgbClr val="FFF2D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g3d0cd3c281b_0_47"/>
          <p:cNvSpPr txBox="1"/>
          <p:nvPr/>
        </p:nvSpPr>
        <p:spPr>
          <a:xfrm>
            <a:off x="1707450" y="2386775"/>
            <a:ext cx="2089200" cy="6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Driver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g3d0cd3c281b_0_47"/>
          <p:cNvSpPr txBox="1"/>
          <p:nvPr/>
        </p:nvSpPr>
        <p:spPr>
          <a:xfrm>
            <a:off x="5475575" y="2082050"/>
            <a:ext cx="2628900" cy="6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Navigator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DC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"/>
          <p:cNvSpPr/>
          <p:nvPr/>
        </p:nvSpPr>
        <p:spPr>
          <a:xfrm>
            <a:off x="11383497" y="2455889"/>
            <a:ext cx="5875803" cy="2416424"/>
          </a:xfrm>
          <a:custGeom>
            <a:rect b="b" l="l" r="r" t="t"/>
            <a:pathLst>
              <a:path extrusionOk="0" h="2416424" w="5875803">
                <a:moveTo>
                  <a:pt x="0" y="0"/>
                </a:moveTo>
                <a:lnTo>
                  <a:pt x="5875803" y="0"/>
                </a:lnTo>
                <a:lnTo>
                  <a:pt x="5875803" y="2416423"/>
                </a:lnTo>
                <a:lnTo>
                  <a:pt x="0" y="24164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8" name="Google Shape;278;p9"/>
          <p:cNvSpPr/>
          <p:nvPr/>
        </p:nvSpPr>
        <p:spPr>
          <a:xfrm rot="10800000">
            <a:off x="981509" y="7342147"/>
            <a:ext cx="5875803" cy="2416424"/>
          </a:xfrm>
          <a:custGeom>
            <a:rect b="b" l="l" r="r" t="t"/>
            <a:pathLst>
              <a:path extrusionOk="0" h="2416424" w="5875803">
                <a:moveTo>
                  <a:pt x="0" y="0"/>
                </a:moveTo>
                <a:lnTo>
                  <a:pt x="5875802" y="0"/>
                </a:lnTo>
                <a:lnTo>
                  <a:pt x="5875802" y="2416424"/>
                </a:lnTo>
                <a:lnTo>
                  <a:pt x="0" y="24164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9" name="Google Shape;279;p9"/>
          <p:cNvSpPr/>
          <p:nvPr/>
        </p:nvSpPr>
        <p:spPr>
          <a:xfrm flipH="1" rot="10800000">
            <a:off x="11133633" y="7342147"/>
            <a:ext cx="5875803" cy="2416424"/>
          </a:xfrm>
          <a:custGeom>
            <a:rect b="b" l="l" r="r" t="t"/>
            <a:pathLst>
              <a:path extrusionOk="0" h="2416424" w="5875803">
                <a:moveTo>
                  <a:pt x="5875802" y="0"/>
                </a:moveTo>
                <a:lnTo>
                  <a:pt x="0" y="0"/>
                </a:lnTo>
                <a:lnTo>
                  <a:pt x="0" y="2416424"/>
                </a:lnTo>
                <a:lnTo>
                  <a:pt x="5875802" y="2416424"/>
                </a:lnTo>
                <a:lnTo>
                  <a:pt x="5875802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0" name="Google Shape;280;p9"/>
          <p:cNvSpPr/>
          <p:nvPr/>
        </p:nvSpPr>
        <p:spPr>
          <a:xfrm flipH="1" rot="-106929">
            <a:off x="1300177" y="2800296"/>
            <a:ext cx="5875803" cy="2416424"/>
          </a:xfrm>
          <a:custGeom>
            <a:rect b="b" l="l" r="r" t="t"/>
            <a:pathLst>
              <a:path extrusionOk="0" h="2416424" w="5875803">
                <a:moveTo>
                  <a:pt x="5875803" y="0"/>
                </a:moveTo>
                <a:lnTo>
                  <a:pt x="0" y="0"/>
                </a:lnTo>
                <a:lnTo>
                  <a:pt x="0" y="2416424"/>
                </a:lnTo>
                <a:lnTo>
                  <a:pt x="5875803" y="2416424"/>
                </a:lnTo>
                <a:lnTo>
                  <a:pt x="5875803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1" name="Google Shape;281;p9"/>
          <p:cNvSpPr/>
          <p:nvPr/>
        </p:nvSpPr>
        <p:spPr>
          <a:xfrm>
            <a:off x="7043029" y="4442588"/>
            <a:ext cx="4426194" cy="3192392"/>
          </a:xfrm>
          <a:custGeom>
            <a:rect b="b" l="l" r="r" t="t"/>
            <a:pathLst>
              <a:path extrusionOk="0" h="3192392" w="4426194">
                <a:moveTo>
                  <a:pt x="0" y="0"/>
                </a:moveTo>
                <a:lnTo>
                  <a:pt x="4426193" y="0"/>
                </a:lnTo>
                <a:lnTo>
                  <a:pt x="4426193" y="3192392"/>
                </a:lnTo>
                <a:lnTo>
                  <a:pt x="0" y="31923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82" name="Google Shape;282;p9"/>
          <p:cNvSpPr txBox="1"/>
          <p:nvPr/>
        </p:nvSpPr>
        <p:spPr>
          <a:xfrm>
            <a:off x="555003" y="895350"/>
            <a:ext cx="1717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Debugging is a Superpower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9"/>
          <p:cNvSpPr txBox="1"/>
          <p:nvPr/>
        </p:nvSpPr>
        <p:spPr>
          <a:xfrm>
            <a:off x="555003" y="538667"/>
            <a:ext cx="3260398" cy="293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Bit by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9"/>
          <p:cNvSpPr txBox="1"/>
          <p:nvPr/>
        </p:nvSpPr>
        <p:spPr>
          <a:xfrm>
            <a:off x="1985894" y="3124016"/>
            <a:ext cx="4141200" cy="15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rPr b="0" i="0" lang="en-US" sz="2599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Mistakes are intentional</a:t>
            </a:r>
            <a:endParaRPr b="0" i="0" sz="2599" u="none" cap="none" strike="noStrike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8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9"/>
              <a:buFont typeface="Arial"/>
              <a:buNone/>
            </a:pPr>
            <a:r>
              <a:rPr b="0" i="0" lang="en-US" sz="1799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Tutors will intentionally make coding errors during live demos to show you how to fix them.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9"/>
          <p:cNvSpPr txBox="1"/>
          <p:nvPr/>
        </p:nvSpPr>
        <p:spPr>
          <a:xfrm>
            <a:off x="12680509" y="2973093"/>
            <a:ext cx="41412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rPr b="0" i="0" lang="en-US" sz="2599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Not Yet</a:t>
            </a:r>
            <a:endParaRPr b="0" i="0" sz="2599" u="none" cap="none" strike="noStrike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8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9"/>
              <a:buFont typeface="Arial"/>
              <a:buNone/>
            </a:pPr>
            <a:r>
              <a:rPr b="0" i="0" lang="en-US" sz="1799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We replace “I can’t” to “ I haven’t solved this YET.”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9"/>
          <p:cNvSpPr txBox="1"/>
          <p:nvPr/>
        </p:nvSpPr>
        <p:spPr>
          <a:xfrm>
            <a:off x="1649732" y="7944818"/>
            <a:ext cx="4141200" cy="12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rPr b="0" i="0" lang="en-US" sz="2599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Peer Support</a:t>
            </a:r>
            <a:endParaRPr b="0" i="0" sz="2599" u="none" cap="none" strike="noStrike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8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9"/>
              <a:buFont typeface="Arial"/>
              <a:buNone/>
            </a:pPr>
            <a:r>
              <a:rPr b="0" i="0" lang="en-US" sz="1799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The “Ask Three Before Me” rule. Consult resources and peers before the tutor.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9"/>
          <p:cNvSpPr txBox="1"/>
          <p:nvPr/>
        </p:nvSpPr>
        <p:spPr>
          <a:xfrm>
            <a:off x="12134470" y="7861698"/>
            <a:ext cx="4692000" cy="15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99"/>
              <a:buFont typeface="Arial"/>
              <a:buNone/>
            </a:pPr>
            <a:r>
              <a:rPr b="0" i="0" lang="en-US" sz="2599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Systematic Problem Solving</a:t>
            </a:r>
            <a:endParaRPr b="0" i="0" sz="2599" u="none" cap="none" strike="noStrike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ctr">
              <a:lnSpc>
                <a:spcPct val="138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9"/>
              <a:buFont typeface="Arial"/>
              <a:buNone/>
            </a:pPr>
            <a:r>
              <a:rPr b="0" i="0" lang="en-US" sz="1799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You will learn how to read error messages, test hypotheses, and print values to find solutions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DC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d19a1b4c66_0_0"/>
          <p:cNvSpPr txBox="1"/>
          <p:nvPr/>
        </p:nvSpPr>
        <p:spPr>
          <a:xfrm>
            <a:off x="5209502" y="4527750"/>
            <a:ext cx="78690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80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Let’s get started!</a:t>
            </a:r>
            <a:endParaRPr b="0" i="0" sz="3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g3d19a1b4c66_0_0"/>
          <p:cNvSpPr txBox="1"/>
          <p:nvPr/>
        </p:nvSpPr>
        <p:spPr>
          <a:xfrm>
            <a:off x="555003" y="538667"/>
            <a:ext cx="3260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Bit by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g3d19a1b4c66_0_0"/>
          <p:cNvSpPr txBox="1"/>
          <p:nvPr/>
        </p:nvSpPr>
        <p:spPr>
          <a:xfrm>
            <a:off x="4211550" y="5964350"/>
            <a:ext cx="9864900" cy="35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50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Link to Google Drive: </a:t>
            </a:r>
            <a:r>
              <a:rPr b="0" i="0" lang="en-US" sz="5000" u="sng" cap="none" strike="noStrike">
                <a:solidFill>
                  <a:schemeClr val="hlink"/>
                </a:solidFill>
                <a:latin typeface="Arimo"/>
                <a:ea typeface="Arimo"/>
                <a:cs typeface="Arimo"/>
                <a:sym typeface="Arimo"/>
                <a:hlinkClick r:id="rId3"/>
              </a:rPr>
              <a:t>https://tinyurl.com/12-weekpython</a:t>
            </a:r>
            <a:endParaRPr b="0" i="0" sz="5000" u="none" cap="none" strike="noStrike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5000" u="none" cap="none" strike="noStrike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5000" u="none" cap="none" strike="noStrike">
              <a:solidFill>
                <a:srgbClr val="3C4043"/>
              </a:solidFill>
              <a:latin typeface="Arimo"/>
              <a:ea typeface="Arimo"/>
              <a:cs typeface="Arimo"/>
              <a:sym typeface="Arim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DC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d0cd3c281b_0_33"/>
          <p:cNvSpPr txBox="1"/>
          <p:nvPr/>
        </p:nvSpPr>
        <p:spPr>
          <a:xfrm>
            <a:off x="555003" y="895350"/>
            <a:ext cx="17178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0" i="0" lang="en-US" sz="60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Educado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d0cd3c281b_0_33"/>
          <p:cNvSpPr txBox="1"/>
          <p:nvPr/>
        </p:nvSpPr>
        <p:spPr>
          <a:xfrm>
            <a:off x="555003" y="538667"/>
            <a:ext cx="3260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3C4043"/>
                </a:solidFill>
                <a:latin typeface="Arimo"/>
                <a:ea typeface="Arimo"/>
                <a:cs typeface="Arimo"/>
                <a:sym typeface="Arimo"/>
              </a:rPr>
              <a:t>Bit by Bit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g3d0cd3c281b_0_33"/>
          <p:cNvSpPr txBox="1"/>
          <p:nvPr/>
        </p:nvSpPr>
        <p:spPr>
          <a:xfrm>
            <a:off x="3362550" y="2183975"/>
            <a:ext cx="11562900" cy="2124300"/>
          </a:xfrm>
          <a:prstGeom prst="rect">
            <a:avLst/>
          </a:prstGeom>
          <a:solidFill>
            <a:srgbClr val="FFF2DC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30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free</a:t>
            </a: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tutoring initiative that connects volunteer tutors with students (from secondary to JC) who need academic support! 🎓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0" name="Google Shape;310;g3d0cd3c281b_0_33" title="tutee sign up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538" y="3809500"/>
            <a:ext cx="5044925" cy="50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g3d0cd3c281b_0_33"/>
          <p:cNvSpPr txBox="1"/>
          <p:nvPr/>
        </p:nvSpPr>
        <p:spPr>
          <a:xfrm>
            <a:off x="3085800" y="8973800"/>
            <a:ext cx="2972400" cy="461700"/>
          </a:xfrm>
          <a:prstGeom prst="rect">
            <a:avLst/>
          </a:prstGeom>
          <a:solidFill>
            <a:srgbClr val="FFF2DC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Tutee Sign up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2" name="Google Shape;312;g3d0cd3c281b_0_33" title="tutor sign up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2275" y="3809500"/>
            <a:ext cx="5044925" cy="5044925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g3d0cd3c281b_0_33"/>
          <p:cNvSpPr txBox="1"/>
          <p:nvPr/>
        </p:nvSpPr>
        <p:spPr>
          <a:xfrm>
            <a:off x="11398538" y="9092950"/>
            <a:ext cx="2972400" cy="461700"/>
          </a:xfrm>
          <a:prstGeom prst="rect">
            <a:avLst/>
          </a:prstGeom>
          <a:solidFill>
            <a:srgbClr val="FFF2DC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Tutor Sign up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DC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5"/>
          <p:cNvSpPr/>
          <p:nvPr/>
        </p:nvSpPr>
        <p:spPr>
          <a:xfrm>
            <a:off x="555875" y="561023"/>
            <a:ext cx="17176242" cy="9164955"/>
          </a:xfrm>
          <a:custGeom>
            <a:rect b="b" l="l" r="r" t="t"/>
            <a:pathLst>
              <a:path extrusionOk="0" h="12219940" w="22901656">
                <a:moveTo>
                  <a:pt x="0" y="0"/>
                </a:moveTo>
                <a:lnTo>
                  <a:pt x="22901656" y="0"/>
                </a:lnTo>
                <a:lnTo>
                  <a:pt x="22901656" y="12219940"/>
                </a:lnTo>
                <a:lnTo>
                  <a:pt x="0" y="12219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9999"/>
            </a:blip>
            <a:stretch>
              <a:fillRect b="-741" l="-1079" r="-19" t="-599"/>
            </a:stretch>
          </a:blipFill>
          <a:ln>
            <a:noFill/>
          </a:ln>
        </p:spPr>
      </p:sp>
      <p:grpSp>
        <p:nvGrpSpPr>
          <p:cNvPr id="323" name="Google Shape;323;p15"/>
          <p:cNvGrpSpPr/>
          <p:nvPr/>
        </p:nvGrpSpPr>
        <p:grpSpPr>
          <a:xfrm>
            <a:off x="1250747" y="5463702"/>
            <a:ext cx="8068800" cy="3493801"/>
            <a:chOff x="0" y="0"/>
            <a:chExt cx="10758400" cy="4658402"/>
          </a:xfrm>
        </p:grpSpPr>
        <p:sp>
          <p:nvSpPr>
            <p:cNvPr id="324" name="Google Shape;324;p15"/>
            <p:cNvSpPr/>
            <p:nvPr/>
          </p:nvSpPr>
          <p:spPr>
            <a:xfrm>
              <a:off x="0" y="0"/>
              <a:ext cx="10758400" cy="4658402"/>
            </a:xfrm>
            <a:custGeom>
              <a:rect b="b" l="l" r="r" t="t"/>
              <a:pathLst>
                <a:path extrusionOk="0" h="4658402" w="10758400">
                  <a:moveTo>
                    <a:pt x="0" y="0"/>
                  </a:moveTo>
                  <a:lnTo>
                    <a:pt x="10758400" y="0"/>
                  </a:lnTo>
                  <a:lnTo>
                    <a:pt x="10758400" y="4658402"/>
                  </a:lnTo>
                  <a:lnTo>
                    <a:pt x="0" y="465840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5556" r="-5556" t="0"/>
              </a:stretch>
            </a:blipFill>
            <a:ln>
              <a:noFill/>
            </a:ln>
          </p:spPr>
        </p:sp>
        <p:sp>
          <p:nvSpPr>
            <p:cNvPr id="325" name="Google Shape;325;p15"/>
            <p:cNvSpPr txBox="1"/>
            <p:nvPr/>
          </p:nvSpPr>
          <p:spPr>
            <a:xfrm>
              <a:off x="0" y="57150"/>
              <a:ext cx="10758399" cy="4601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0"/>
                <a:buFont typeface="Arial"/>
                <a:buNone/>
              </a:pPr>
              <a:r>
                <a:rPr b="0" i="0" lang="en-US" sz="8000" u="none" cap="none" strike="noStrike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Any Questions?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6" name="Google Shape;326;p15"/>
          <p:cNvSpPr/>
          <p:nvPr/>
        </p:nvSpPr>
        <p:spPr>
          <a:xfrm>
            <a:off x="1250747" y="1255805"/>
            <a:ext cx="1221010" cy="1221010"/>
          </a:xfrm>
          <a:custGeom>
            <a:rect b="b" l="l" r="r" t="t"/>
            <a:pathLst>
              <a:path extrusionOk="0" h="1628013" w="1628013">
                <a:moveTo>
                  <a:pt x="0" y="0"/>
                </a:moveTo>
                <a:lnTo>
                  <a:pt x="1628013" y="0"/>
                </a:lnTo>
                <a:lnTo>
                  <a:pt x="1628013" y="1628013"/>
                </a:lnTo>
                <a:lnTo>
                  <a:pt x="0" y="16280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27" name="Google Shape;327;p15" title="tutee sign up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820375" y="778875"/>
            <a:ext cx="3603098" cy="3603098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 txBox="1"/>
          <p:nvPr/>
        </p:nvSpPr>
        <p:spPr>
          <a:xfrm>
            <a:off x="14078348" y="4500500"/>
            <a:ext cx="3171600" cy="329700"/>
          </a:xfrm>
          <a:prstGeom prst="rect">
            <a:avLst/>
          </a:prstGeom>
          <a:solidFill>
            <a:srgbClr val="FFF2DC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26534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42"/>
              <a:buFont typeface="Arial"/>
              <a:buNone/>
            </a:pPr>
            <a:r>
              <a:rPr b="0" i="0" lang="en-US" sz="214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Educado Tutee Sign up</a:t>
            </a:r>
            <a:endParaRPr b="0" i="0" sz="21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9" name="Google Shape;329;p15" title="tutor sign up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820388" y="5463688"/>
            <a:ext cx="3603082" cy="3603082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15"/>
          <p:cNvSpPr txBox="1"/>
          <p:nvPr/>
        </p:nvSpPr>
        <p:spPr>
          <a:xfrm>
            <a:off x="14560491" y="9237126"/>
            <a:ext cx="2123100" cy="329700"/>
          </a:xfrm>
          <a:prstGeom prst="rect">
            <a:avLst/>
          </a:prstGeom>
          <a:solidFill>
            <a:srgbClr val="FFF2DC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26533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42"/>
              <a:buFont typeface="Arial"/>
              <a:buNone/>
            </a:pPr>
            <a:r>
              <a:rPr b="0" i="0" lang="en-US" sz="214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Tutor Sign up</a:t>
            </a:r>
            <a:endParaRPr b="0" i="0" sz="21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5"/>
          <p:cNvSpPr txBox="1"/>
          <p:nvPr/>
        </p:nvSpPr>
        <p:spPr>
          <a:xfrm>
            <a:off x="14130995" y="9231827"/>
            <a:ext cx="3171600" cy="329700"/>
          </a:xfrm>
          <a:prstGeom prst="rect">
            <a:avLst/>
          </a:prstGeom>
          <a:solidFill>
            <a:srgbClr val="FFF2DC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326534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42"/>
              <a:buFont typeface="Arial"/>
              <a:buNone/>
            </a:pPr>
            <a:r>
              <a:rPr b="0" i="0" lang="en-US" sz="214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Educado Tutor Sign up</a:t>
            </a:r>
            <a:endParaRPr b="0" i="0" sz="214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2DC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6"/>
          <p:cNvSpPr/>
          <p:nvPr/>
        </p:nvSpPr>
        <p:spPr>
          <a:xfrm>
            <a:off x="554850" y="555298"/>
            <a:ext cx="17176242" cy="9164955"/>
          </a:xfrm>
          <a:custGeom>
            <a:rect b="b" l="l" r="r" t="t"/>
            <a:pathLst>
              <a:path extrusionOk="0" h="12219940" w="22901656">
                <a:moveTo>
                  <a:pt x="0" y="0"/>
                </a:moveTo>
                <a:lnTo>
                  <a:pt x="22901656" y="0"/>
                </a:lnTo>
                <a:lnTo>
                  <a:pt x="22901656" y="12219940"/>
                </a:lnTo>
                <a:lnTo>
                  <a:pt x="0" y="12219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9999"/>
            </a:blip>
            <a:stretch>
              <a:fillRect b="-741" l="-1079" r="-19" t="-599"/>
            </a:stretch>
          </a:blipFill>
          <a:ln>
            <a:noFill/>
          </a:ln>
        </p:spPr>
      </p:sp>
      <p:grpSp>
        <p:nvGrpSpPr>
          <p:cNvPr id="341" name="Google Shape;341;p16"/>
          <p:cNvGrpSpPr/>
          <p:nvPr/>
        </p:nvGrpSpPr>
        <p:grpSpPr>
          <a:xfrm>
            <a:off x="1250747" y="5463702"/>
            <a:ext cx="8068800" cy="3493801"/>
            <a:chOff x="0" y="0"/>
            <a:chExt cx="10758400" cy="4658402"/>
          </a:xfrm>
        </p:grpSpPr>
        <p:sp>
          <p:nvSpPr>
            <p:cNvPr id="342" name="Google Shape;342;p16"/>
            <p:cNvSpPr/>
            <p:nvPr/>
          </p:nvSpPr>
          <p:spPr>
            <a:xfrm>
              <a:off x="0" y="0"/>
              <a:ext cx="10758400" cy="4658402"/>
            </a:xfrm>
            <a:custGeom>
              <a:rect b="b" l="l" r="r" t="t"/>
              <a:pathLst>
                <a:path extrusionOk="0" h="4658402" w="10758400">
                  <a:moveTo>
                    <a:pt x="0" y="0"/>
                  </a:moveTo>
                  <a:lnTo>
                    <a:pt x="10758400" y="0"/>
                  </a:lnTo>
                  <a:lnTo>
                    <a:pt x="10758400" y="4658402"/>
                  </a:lnTo>
                  <a:lnTo>
                    <a:pt x="0" y="4658402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5556" r="-5556" t="0"/>
              </a:stretch>
            </a:blipFill>
            <a:ln>
              <a:noFill/>
            </a:ln>
          </p:spPr>
        </p:sp>
        <p:sp>
          <p:nvSpPr>
            <p:cNvPr id="343" name="Google Shape;343;p16"/>
            <p:cNvSpPr txBox="1"/>
            <p:nvPr/>
          </p:nvSpPr>
          <p:spPr>
            <a:xfrm>
              <a:off x="0" y="57150"/>
              <a:ext cx="10758399" cy="46012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8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0"/>
                <a:buFont typeface="Arial"/>
                <a:buNone/>
              </a:pPr>
              <a:r>
                <a:rPr b="0" i="0" lang="en-US" sz="8000" u="none" cap="none" strike="noStrike">
                  <a:solidFill>
                    <a:srgbClr val="3C4043"/>
                  </a:solidFill>
                  <a:latin typeface="Arimo"/>
                  <a:ea typeface="Arimo"/>
                  <a:cs typeface="Arimo"/>
                  <a:sym typeface="Arimo"/>
                </a:rPr>
                <a:t>Thank You!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4" name="Google Shape;344;p16"/>
          <p:cNvSpPr/>
          <p:nvPr/>
        </p:nvSpPr>
        <p:spPr>
          <a:xfrm>
            <a:off x="1250747" y="1255805"/>
            <a:ext cx="1221010" cy="1221010"/>
          </a:xfrm>
          <a:custGeom>
            <a:rect b="b" l="l" r="r" t="t"/>
            <a:pathLst>
              <a:path extrusionOk="0" h="1628013" w="1628013">
                <a:moveTo>
                  <a:pt x="0" y="0"/>
                </a:moveTo>
                <a:lnTo>
                  <a:pt x="1628013" y="0"/>
                </a:lnTo>
                <a:lnTo>
                  <a:pt x="1628013" y="1628013"/>
                </a:lnTo>
                <a:lnTo>
                  <a:pt x="0" y="162801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45" name="Google Shape;345;p16"/>
          <p:cNvCxnSpPr/>
          <p:nvPr/>
        </p:nvCxnSpPr>
        <p:spPr>
          <a:xfrm rot="5392860">
            <a:off x="5930170" y="5133937"/>
            <a:ext cx="9182872" cy="0"/>
          </a:xfrm>
          <a:prstGeom prst="straightConnector1">
            <a:avLst/>
          </a:prstGeom>
          <a:noFill/>
          <a:ln cap="rnd" cmpd="sng" w="9525">
            <a:solidFill>
              <a:srgbClr val="F4F4F4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346" name="Google Shape;346;p16"/>
          <p:cNvGrpSpPr/>
          <p:nvPr/>
        </p:nvGrpSpPr>
        <p:grpSpPr>
          <a:xfrm>
            <a:off x="16417300" y="9485510"/>
            <a:ext cx="1315803" cy="398288"/>
            <a:chOff x="0" y="-19050"/>
            <a:chExt cx="1754403" cy="531050"/>
          </a:xfrm>
        </p:grpSpPr>
        <p:sp>
          <p:nvSpPr>
            <p:cNvPr id="347" name="Google Shape;347;p16"/>
            <p:cNvSpPr/>
            <p:nvPr/>
          </p:nvSpPr>
          <p:spPr>
            <a:xfrm>
              <a:off x="0" y="0"/>
              <a:ext cx="1754400" cy="512000"/>
            </a:xfrm>
            <a:custGeom>
              <a:rect b="b" l="l" r="r" t="t"/>
              <a:pathLst>
                <a:path extrusionOk="0" h="512000" w="1754400">
                  <a:moveTo>
                    <a:pt x="0" y="0"/>
                  </a:moveTo>
                  <a:lnTo>
                    <a:pt x="1754400" y="0"/>
                  </a:lnTo>
                  <a:lnTo>
                    <a:pt x="1754400" y="512000"/>
                  </a:lnTo>
                  <a:lnTo>
                    <a:pt x="0" y="5120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6766" l="0" r="0" t="-16766"/>
              </a:stretch>
            </a:blipFill>
            <a:ln>
              <a:noFill/>
            </a:ln>
          </p:spPr>
        </p:sp>
        <p:sp>
          <p:nvSpPr>
            <p:cNvPr id="348" name="Google Shape;348;p16"/>
            <p:cNvSpPr txBox="1"/>
            <p:nvPr/>
          </p:nvSpPr>
          <p:spPr>
            <a:xfrm>
              <a:off x="0" y="-19050"/>
              <a:ext cx="1754403" cy="531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r">
                <a:lnSpc>
                  <a:spcPct val="120014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399"/>
                <a:buFont typeface="Arial"/>
                <a:buNone/>
              </a:pPr>
              <a:r>
                <a:rPr b="0" i="0" lang="en-US" sz="1399" u="none" cap="none" strike="noStrike">
                  <a:solidFill>
                    <a:srgbClr val="3C4043"/>
                  </a:solidFill>
                  <a:latin typeface="Arimo"/>
                  <a:ea typeface="Arimo"/>
                  <a:cs typeface="Arimo"/>
                  <a:sym typeface="Arimo"/>
                </a:rPr>
                <a:t>‹#›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